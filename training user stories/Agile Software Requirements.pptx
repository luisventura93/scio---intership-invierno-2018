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sldIdLst>
    <p:sldId id="258" r:id="rId5"/>
    <p:sldId id="256" r:id="rId6"/>
    <p:sldId id="259" r:id="rId7"/>
    <p:sldId id="272" r:id="rId8"/>
    <p:sldId id="273" r:id="rId9"/>
    <p:sldId id="274" r:id="rId10"/>
    <p:sldId id="275" r:id="rId11"/>
    <p:sldId id="279" r:id="rId12"/>
    <p:sldId id="260" r:id="rId13"/>
    <p:sldId id="262" r:id="rId14"/>
    <p:sldId id="283" r:id="rId15"/>
    <p:sldId id="264" r:id="rId16"/>
    <p:sldId id="280" r:id="rId17"/>
    <p:sldId id="281" r:id="rId18"/>
    <p:sldId id="282" r:id="rId19"/>
    <p:sldId id="284" r:id="rId20"/>
    <p:sldId id="267" r:id="rId21"/>
    <p:sldId id="276" r:id="rId22"/>
    <p:sldId id="277" r:id="rId23"/>
    <p:sldId id="265" r:id="rId24"/>
    <p:sldId id="270" r:id="rId25"/>
    <p:sldId id="278" r:id="rId26"/>
    <p:sldId id="269" r:id="rId27"/>
    <p:sldId id="26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21" autoAdjust="0"/>
  </p:normalViewPr>
  <p:slideViewPr>
    <p:cSldViewPr snapToGrid="0">
      <p:cViewPr varScale="1">
        <p:scale>
          <a:sx n="79" d="100"/>
          <a:sy n="79" d="100"/>
        </p:scale>
        <p:origin x="72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24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838FA0-A15D-4EE2-A3F1-1D1A5347652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DEAB1EB-E44C-4407-9476-045191C89C24}">
      <dgm:prSet phldrT="[Text]"/>
      <dgm:spPr/>
      <dgm:t>
        <a:bodyPr/>
        <a:lstStyle/>
        <a:p>
          <a:r>
            <a:rPr lang="en-US" dirty="0" smtClean="0"/>
            <a:t>Product Backlog</a:t>
          </a:r>
          <a:endParaRPr lang="en-US" dirty="0"/>
        </a:p>
      </dgm:t>
    </dgm:pt>
    <dgm:pt modelId="{A4011E0F-37A0-49CB-B384-4BF84EB7BF96}" type="parTrans" cxnId="{600C1E4D-E7F9-4704-A6EB-84FB6ED272A6}">
      <dgm:prSet/>
      <dgm:spPr/>
      <dgm:t>
        <a:bodyPr/>
        <a:lstStyle/>
        <a:p>
          <a:endParaRPr lang="es-MX"/>
        </a:p>
      </dgm:t>
    </dgm:pt>
    <dgm:pt modelId="{797A1C0D-40CA-42CC-9C23-F782B72D5D31}" type="sibTrans" cxnId="{600C1E4D-E7F9-4704-A6EB-84FB6ED272A6}">
      <dgm:prSet/>
      <dgm:spPr/>
      <dgm:t>
        <a:bodyPr/>
        <a:lstStyle/>
        <a:p>
          <a:endParaRPr lang="es-MX"/>
        </a:p>
      </dgm:t>
    </dgm:pt>
    <dgm:pt modelId="{0FA55D23-5C32-4FDB-B8E4-5D0AD478D252}">
      <dgm:prSet phldrT="[Text]"/>
      <dgm:spPr/>
      <dgm:t>
        <a:bodyPr/>
        <a:lstStyle/>
        <a:p>
          <a:r>
            <a:rPr lang="en-US" noProof="0" dirty="0" smtClean="0"/>
            <a:t>User</a:t>
          </a:r>
          <a:r>
            <a:rPr lang="en-US" dirty="0" smtClean="0"/>
            <a:t> </a:t>
          </a:r>
          <a:r>
            <a:rPr lang="en-US" noProof="0" dirty="0" smtClean="0"/>
            <a:t>Story</a:t>
          </a:r>
          <a:endParaRPr lang="en-US" noProof="0" dirty="0"/>
        </a:p>
      </dgm:t>
    </dgm:pt>
    <dgm:pt modelId="{0B7E6A3E-89E8-46F0-A32A-1D9F9880A221}" type="parTrans" cxnId="{4B0B8151-3E73-4640-95B5-ECB593F393F6}">
      <dgm:prSet/>
      <dgm:spPr/>
      <dgm:t>
        <a:bodyPr/>
        <a:lstStyle/>
        <a:p>
          <a:endParaRPr lang="en-US"/>
        </a:p>
      </dgm:t>
    </dgm:pt>
    <dgm:pt modelId="{2508944C-7828-4E19-BDA2-A89F603DA0F7}" type="sibTrans" cxnId="{4B0B8151-3E73-4640-95B5-ECB593F393F6}">
      <dgm:prSet/>
      <dgm:spPr/>
      <dgm:t>
        <a:bodyPr/>
        <a:lstStyle/>
        <a:p>
          <a:endParaRPr lang="en-US"/>
        </a:p>
      </dgm:t>
    </dgm:pt>
    <dgm:pt modelId="{ADB1400C-E866-4D0B-ABB4-43670F20A4AB}">
      <dgm:prSet phldrT="[Text]"/>
      <dgm:spPr/>
      <dgm:t>
        <a:bodyPr/>
        <a:lstStyle/>
        <a:p>
          <a:r>
            <a:rPr lang="en-US" dirty="0" smtClean="0"/>
            <a:t>Requirements Discovery</a:t>
          </a:r>
          <a:endParaRPr lang="en-US" dirty="0"/>
        </a:p>
      </dgm:t>
    </dgm:pt>
    <dgm:pt modelId="{5069A59F-9A37-4F56-A037-ED591A96623C}" type="parTrans" cxnId="{193A2D90-1D34-4282-8BA7-5F61F6678664}">
      <dgm:prSet/>
      <dgm:spPr/>
      <dgm:t>
        <a:bodyPr/>
        <a:lstStyle/>
        <a:p>
          <a:endParaRPr lang="en-US"/>
        </a:p>
      </dgm:t>
    </dgm:pt>
    <dgm:pt modelId="{5455D286-A58F-416B-8BCA-AC6CD9FCE83E}" type="sibTrans" cxnId="{193A2D90-1D34-4282-8BA7-5F61F6678664}">
      <dgm:prSet/>
      <dgm:spPr/>
      <dgm:t>
        <a:bodyPr/>
        <a:lstStyle/>
        <a:p>
          <a:endParaRPr lang="en-US"/>
        </a:p>
      </dgm:t>
    </dgm:pt>
    <dgm:pt modelId="{1D3DE20D-CA7D-4C4B-AB2E-5C62A5B1171B}">
      <dgm:prSet phldrT="[Text]"/>
      <dgm:spPr/>
      <dgm:t>
        <a:bodyPr/>
        <a:lstStyle/>
        <a:p>
          <a:r>
            <a:rPr lang="en-US" dirty="0" smtClean="0"/>
            <a:t>User Story Details</a:t>
          </a:r>
          <a:endParaRPr lang="en-US" dirty="0"/>
        </a:p>
      </dgm:t>
    </dgm:pt>
    <dgm:pt modelId="{A493824C-E57F-45DB-9BC9-DAC78EB445FD}" type="parTrans" cxnId="{17DD4ACB-3AC5-49C8-AEDE-0844DD9419F4}">
      <dgm:prSet/>
      <dgm:spPr/>
      <dgm:t>
        <a:bodyPr/>
        <a:lstStyle/>
        <a:p>
          <a:endParaRPr lang="en-US"/>
        </a:p>
      </dgm:t>
    </dgm:pt>
    <dgm:pt modelId="{688521C5-52EA-4653-8896-77F5F2BBCA20}" type="sibTrans" cxnId="{17DD4ACB-3AC5-49C8-AEDE-0844DD9419F4}">
      <dgm:prSet/>
      <dgm:spPr/>
      <dgm:t>
        <a:bodyPr/>
        <a:lstStyle/>
        <a:p>
          <a:endParaRPr lang="en-US"/>
        </a:p>
      </dgm:t>
    </dgm:pt>
    <dgm:pt modelId="{E5A4FD91-B404-43C3-93C2-F458398FD9E8}">
      <dgm:prSet phldrT="[Text]"/>
      <dgm:spPr/>
      <dgm:t>
        <a:bodyPr/>
        <a:lstStyle/>
        <a:p>
          <a:r>
            <a:rPr lang="en-US" dirty="0" smtClean="0"/>
            <a:t>INVEST</a:t>
          </a:r>
          <a:endParaRPr lang="en-US" dirty="0"/>
        </a:p>
      </dgm:t>
    </dgm:pt>
    <dgm:pt modelId="{6BA512CE-8823-46F7-AC37-615512241462}" type="parTrans" cxnId="{6946ED76-8C65-4E0F-87D7-9FC6383421E2}">
      <dgm:prSet/>
      <dgm:spPr/>
      <dgm:t>
        <a:bodyPr/>
        <a:lstStyle/>
        <a:p>
          <a:endParaRPr lang="en-US"/>
        </a:p>
      </dgm:t>
    </dgm:pt>
    <dgm:pt modelId="{B094C989-3B02-4E7B-8DC5-C67F47AE8331}" type="sibTrans" cxnId="{6946ED76-8C65-4E0F-87D7-9FC6383421E2}">
      <dgm:prSet/>
      <dgm:spPr/>
      <dgm:t>
        <a:bodyPr/>
        <a:lstStyle/>
        <a:p>
          <a:endParaRPr lang="en-US"/>
        </a:p>
      </dgm:t>
    </dgm:pt>
    <dgm:pt modelId="{5DF5DBE0-E30D-4C2C-8E69-300DB07F13A1}">
      <dgm:prSet phldrT="[Text]"/>
      <dgm:spPr/>
      <dgm:t>
        <a:bodyPr/>
        <a:lstStyle/>
        <a:p>
          <a:r>
            <a:rPr lang="en-US" dirty="0" smtClean="0"/>
            <a:t>Responding to Change</a:t>
          </a:r>
          <a:endParaRPr lang="en-US" dirty="0"/>
        </a:p>
      </dgm:t>
    </dgm:pt>
    <dgm:pt modelId="{9CCF701F-26D7-4CCA-97A8-6EBF36CE0F07}" type="parTrans" cxnId="{B1F08050-F20B-4BED-802C-0A91A24CB4E1}">
      <dgm:prSet/>
      <dgm:spPr/>
      <dgm:t>
        <a:bodyPr/>
        <a:lstStyle/>
        <a:p>
          <a:endParaRPr lang="en-US"/>
        </a:p>
      </dgm:t>
    </dgm:pt>
    <dgm:pt modelId="{CC001D71-9E2C-484F-BFA0-71CF3E27D32C}" type="sibTrans" cxnId="{B1F08050-F20B-4BED-802C-0A91A24CB4E1}">
      <dgm:prSet/>
      <dgm:spPr/>
      <dgm:t>
        <a:bodyPr/>
        <a:lstStyle/>
        <a:p>
          <a:endParaRPr lang="en-US"/>
        </a:p>
      </dgm:t>
    </dgm:pt>
    <dgm:pt modelId="{E590EBA4-0A4A-44FA-8E57-86B14A610E79}" type="pres">
      <dgm:prSet presAssocID="{70838FA0-A15D-4EE2-A3F1-1D1A5347652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2FB8E9-08CE-4126-8B0C-C3386EA713FC}" type="pres">
      <dgm:prSet presAssocID="{EDEAB1EB-E44C-4407-9476-045191C89C24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A85996-EB59-450A-856A-D57CEAF660B0}" type="pres">
      <dgm:prSet presAssocID="{797A1C0D-40CA-42CC-9C23-F782B72D5D31}" presName="sibTrans" presStyleCnt="0"/>
      <dgm:spPr/>
    </dgm:pt>
    <dgm:pt modelId="{58F995B1-F951-41B6-9F99-A2FB2A7ABF83}" type="pres">
      <dgm:prSet presAssocID="{0FA55D23-5C32-4FDB-B8E4-5D0AD478D252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442B7F-B720-46DD-9EC8-1E73CD124117}" type="pres">
      <dgm:prSet presAssocID="{2508944C-7828-4E19-BDA2-A89F603DA0F7}" presName="sibTrans" presStyleCnt="0"/>
      <dgm:spPr/>
    </dgm:pt>
    <dgm:pt modelId="{A2EB3DE3-F780-4867-9E34-675B06EDD7A5}" type="pres">
      <dgm:prSet presAssocID="{ADB1400C-E866-4D0B-ABB4-43670F20A4AB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A79962-0EBA-48FA-8926-535724E7F8A2}" type="pres">
      <dgm:prSet presAssocID="{5455D286-A58F-416B-8BCA-AC6CD9FCE83E}" presName="sibTrans" presStyleCnt="0"/>
      <dgm:spPr/>
    </dgm:pt>
    <dgm:pt modelId="{43B651B1-76FA-442D-B16C-77EA2EC0C70E}" type="pres">
      <dgm:prSet presAssocID="{1D3DE20D-CA7D-4C4B-AB2E-5C62A5B1171B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317DB1-C7B5-446D-8233-233C86F1856D}" type="pres">
      <dgm:prSet presAssocID="{688521C5-52EA-4653-8896-77F5F2BBCA20}" presName="sibTrans" presStyleCnt="0"/>
      <dgm:spPr/>
    </dgm:pt>
    <dgm:pt modelId="{2300F1FC-F143-4751-81F2-5F0DC85CA2B1}" type="pres">
      <dgm:prSet presAssocID="{E5A4FD91-B404-43C3-93C2-F458398FD9E8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7D81DC-9D95-46C9-8F40-442708D19C86}" type="pres">
      <dgm:prSet presAssocID="{B094C989-3B02-4E7B-8DC5-C67F47AE8331}" presName="sibTrans" presStyleCnt="0"/>
      <dgm:spPr/>
    </dgm:pt>
    <dgm:pt modelId="{3A9B4043-94EC-4627-A543-1DF2531FCABB}" type="pres">
      <dgm:prSet presAssocID="{5DF5DBE0-E30D-4C2C-8E69-300DB07F13A1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93A2D90-1D34-4282-8BA7-5F61F6678664}" srcId="{70838FA0-A15D-4EE2-A3F1-1D1A5347652B}" destId="{ADB1400C-E866-4D0B-ABB4-43670F20A4AB}" srcOrd="2" destOrd="0" parTransId="{5069A59F-9A37-4F56-A037-ED591A96623C}" sibTransId="{5455D286-A58F-416B-8BCA-AC6CD9FCE83E}"/>
    <dgm:cxn modelId="{B1F08050-F20B-4BED-802C-0A91A24CB4E1}" srcId="{70838FA0-A15D-4EE2-A3F1-1D1A5347652B}" destId="{5DF5DBE0-E30D-4C2C-8E69-300DB07F13A1}" srcOrd="5" destOrd="0" parTransId="{9CCF701F-26D7-4CCA-97A8-6EBF36CE0F07}" sibTransId="{CC001D71-9E2C-484F-BFA0-71CF3E27D32C}"/>
    <dgm:cxn modelId="{AD01FCDF-4318-42E6-B5A8-A713962112BA}" type="presOf" srcId="{E5A4FD91-B404-43C3-93C2-F458398FD9E8}" destId="{2300F1FC-F143-4751-81F2-5F0DC85CA2B1}" srcOrd="0" destOrd="0" presId="urn:microsoft.com/office/officeart/2005/8/layout/default"/>
    <dgm:cxn modelId="{EE269C10-5D7C-459B-85B5-2D31D1C41738}" type="presOf" srcId="{0FA55D23-5C32-4FDB-B8E4-5D0AD478D252}" destId="{58F995B1-F951-41B6-9F99-A2FB2A7ABF83}" srcOrd="0" destOrd="0" presId="urn:microsoft.com/office/officeart/2005/8/layout/default"/>
    <dgm:cxn modelId="{D767633E-F964-4DC7-A755-C6E2D7118F59}" type="presOf" srcId="{5DF5DBE0-E30D-4C2C-8E69-300DB07F13A1}" destId="{3A9B4043-94EC-4627-A543-1DF2531FCABB}" srcOrd="0" destOrd="0" presId="urn:microsoft.com/office/officeart/2005/8/layout/default"/>
    <dgm:cxn modelId="{0DE7BF63-4605-4980-BD3F-5386F4C662E2}" type="presOf" srcId="{EDEAB1EB-E44C-4407-9476-045191C89C24}" destId="{5F2FB8E9-08CE-4126-8B0C-C3386EA713FC}" srcOrd="0" destOrd="0" presId="urn:microsoft.com/office/officeart/2005/8/layout/default"/>
    <dgm:cxn modelId="{C45A4C33-67D4-4F5F-A12C-B0289AE4B9CA}" type="presOf" srcId="{1D3DE20D-CA7D-4C4B-AB2E-5C62A5B1171B}" destId="{43B651B1-76FA-442D-B16C-77EA2EC0C70E}" srcOrd="0" destOrd="0" presId="urn:microsoft.com/office/officeart/2005/8/layout/default"/>
    <dgm:cxn modelId="{17DD4ACB-3AC5-49C8-AEDE-0844DD9419F4}" srcId="{70838FA0-A15D-4EE2-A3F1-1D1A5347652B}" destId="{1D3DE20D-CA7D-4C4B-AB2E-5C62A5B1171B}" srcOrd="3" destOrd="0" parTransId="{A493824C-E57F-45DB-9BC9-DAC78EB445FD}" sibTransId="{688521C5-52EA-4653-8896-77F5F2BBCA20}"/>
    <dgm:cxn modelId="{600C1E4D-E7F9-4704-A6EB-84FB6ED272A6}" srcId="{70838FA0-A15D-4EE2-A3F1-1D1A5347652B}" destId="{EDEAB1EB-E44C-4407-9476-045191C89C24}" srcOrd="0" destOrd="0" parTransId="{A4011E0F-37A0-49CB-B384-4BF84EB7BF96}" sibTransId="{797A1C0D-40CA-42CC-9C23-F782B72D5D31}"/>
    <dgm:cxn modelId="{B1ADFC36-AF49-4285-975D-E91095B7C0F2}" type="presOf" srcId="{ADB1400C-E866-4D0B-ABB4-43670F20A4AB}" destId="{A2EB3DE3-F780-4867-9E34-675B06EDD7A5}" srcOrd="0" destOrd="0" presId="urn:microsoft.com/office/officeart/2005/8/layout/default"/>
    <dgm:cxn modelId="{6946ED76-8C65-4E0F-87D7-9FC6383421E2}" srcId="{70838FA0-A15D-4EE2-A3F1-1D1A5347652B}" destId="{E5A4FD91-B404-43C3-93C2-F458398FD9E8}" srcOrd="4" destOrd="0" parTransId="{6BA512CE-8823-46F7-AC37-615512241462}" sibTransId="{B094C989-3B02-4E7B-8DC5-C67F47AE8331}"/>
    <dgm:cxn modelId="{A93773C3-E79B-449F-8E35-3A8AA4CEF721}" type="presOf" srcId="{70838FA0-A15D-4EE2-A3F1-1D1A5347652B}" destId="{E590EBA4-0A4A-44FA-8E57-86B14A610E79}" srcOrd="0" destOrd="0" presId="urn:microsoft.com/office/officeart/2005/8/layout/default"/>
    <dgm:cxn modelId="{4B0B8151-3E73-4640-95B5-ECB593F393F6}" srcId="{70838FA0-A15D-4EE2-A3F1-1D1A5347652B}" destId="{0FA55D23-5C32-4FDB-B8E4-5D0AD478D252}" srcOrd="1" destOrd="0" parTransId="{0B7E6A3E-89E8-46F0-A32A-1D9F9880A221}" sibTransId="{2508944C-7828-4E19-BDA2-A89F603DA0F7}"/>
    <dgm:cxn modelId="{27C35DE3-482B-44D6-BABE-74C8016F0552}" type="presParOf" srcId="{E590EBA4-0A4A-44FA-8E57-86B14A610E79}" destId="{5F2FB8E9-08CE-4126-8B0C-C3386EA713FC}" srcOrd="0" destOrd="0" presId="urn:microsoft.com/office/officeart/2005/8/layout/default"/>
    <dgm:cxn modelId="{044D59B9-92A3-4A30-AF6B-7D8CB481D185}" type="presParOf" srcId="{E590EBA4-0A4A-44FA-8E57-86B14A610E79}" destId="{29A85996-EB59-450A-856A-D57CEAF660B0}" srcOrd="1" destOrd="0" presId="urn:microsoft.com/office/officeart/2005/8/layout/default"/>
    <dgm:cxn modelId="{F75DD842-6FB8-4E8A-A7BA-B1ACD4EF8753}" type="presParOf" srcId="{E590EBA4-0A4A-44FA-8E57-86B14A610E79}" destId="{58F995B1-F951-41B6-9F99-A2FB2A7ABF83}" srcOrd="2" destOrd="0" presId="urn:microsoft.com/office/officeart/2005/8/layout/default"/>
    <dgm:cxn modelId="{66D798C8-6350-411D-B545-E34BB11AA025}" type="presParOf" srcId="{E590EBA4-0A4A-44FA-8E57-86B14A610E79}" destId="{14442B7F-B720-46DD-9EC8-1E73CD124117}" srcOrd="3" destOrd="0" presId="urn:microsoft.com/office/officeart/2005/8/layout/default"/>
    <dgm:cxn modelId="{70E9290E-A0D9-45AB-BF78-6E5A573CBEC9}" type="presParOf" srcId="{E590EBA4-0A4A-44FA-8E57-86B14A610E79}" destId="{A2EB3DE3-F780-4867-9E34-675B06EDD7A5}" srcOrd="4" destOrd="0" presId="urn:microsoft.com/office/officeart/2005/8/layout/default"/>
    <dgm:cxn modelId="{950952DB-CAA3-4356-B882-0287A68206D9}" type="presParOf" srcId="{E590EBA4-0A4A-44FA-8E57-86B14A610E79}" destId="{4BA79962-0EBA-48FA-8926-535724E7F8A2}" srcOrd="5" destOrd="0" presId="urn:microsoft.com/office/officeart/2005/8/layout/default"/>
    <dgm:cxn modelId="{894743EA-7ED7-43D3-B3A7-3095CD12A089}" type="presParOf" srcId="{E590EBA4-0A4A-44FA-8E57-86B14A610E79}" destId="{43B651B1-76FA-442D-B16C-77EA2EC0C70E}" srcOrd="6" destOrd="0" presId="urn:microsoft.com/office/officeart/2005/8/layout/default"/>
    <dgm:cxn modelId="{CB5C2D79-37FC-4584-A7A7-EF17DE0EDFE8}" type="presParOf" srcId="{E590EBA4-0A4A-44FA-8E57-86B14A610E79}" destId="{22317DB1-C7B5-446D-8233-233C86F1856D}" srcOrd="7" destOrd="0" presId="urn:microsoft.com/office/officeart/2005/8/layout/default"/>
    <dgm:cxn modelId="{1892ABA3-5E37-4C25-9058-B00D1EC8546E}" type="presParOf" srcId="{E590EBA4-0A4A-44FA-8E57-86B14A610E79}" destId="{2300F1FC-F143-4751-81F2-5F0DC85CA2B1}" srcOrd="8" destOrd="0" presId="urn:microsoft.com/office/officeart/2005/8/layout/default"/>
    <dgm:cxn modelId="{23D6F3AA-5E2A-40AF-A8E5-EE7A1662A173}" type="presParOf" srcId="{E590EBA4-0A4A-44FA-8E57-86B14A610E79}" destId="{1A7D81DC-9D95-46C9-8F40-442708D19C86}" srcOrd="9" destOrd="0" presId="urn:microsoft.com/office/officeart/2005/8/layout/default"/>
    <dgm:cxn modelId="{880096A4-B6D2-45C7-912B-9A845FC598E0}" type="presParOf" srcId="{E590EBA4-0A4A-44FA-8E57-86B14A610E79}" destId="{3A9B4043-94EC-4627-A543-1DF2531FCAB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AC36CC-1676-4763-913F-3392AA49187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6099CD-07DB-4BE3-BBF5-596DA8D421E8}">
      <dgm:prSet/>
      <dgm:spPr/>
      <dgm:t>
        <a:bodyPr/>
        <a:lstStyle/>
        <a:p>
          <a:pPr rtl="0"/>
          <a:r>
            <a:rPr lang="en-US" noProof="0" dirty="0" smtClean="0"/>
            <a:t>Requirements Workshop</a:t>
          </a:r>
          <a:endParaRPr lang="en-US" noProof="0" dirty="0"/>
        </a:p>
      </dgm:t>
    </dgm:pt>
    <dgm:pt modelId="{6A8B63EA-27DE-4A1F-955C-13D1C09D242F}" type="parTrans" cxnId="{E342AC13-82A0-4A27-9C1B-CF72FCEB6C08}">
      <dgm:prSet/>
      <dgm:spPr/>
      <dgm:t>
        <a:bodyPr/>
        <a:lstStyle/>
        <a:p>
          <a:endParaRPr lang="en-US"/>
        </a:p>
      </dgm:t>
    </dgm:pt>
    <dgm:pt modelId="{3F644345-1B1C-4AB8-96FE-15E80046C785}" type="sibTrans" cxnId="{E342AC13-82A0-4A27-9C1B-CF72FCEB6C08}">
      <dgm:prSet/>
      <dgm:spPr/>
      <dgm:t>
        <a:bodyPr/>
        <a:lstStyle/>
        <a:p>
          <a:endParaRPr lang="en-US"/>
        </a:p>
      </dgm:t>
    </dgm:pt>
    <dgm:pt modelId="{C5C5EA39-C252-4F85-9914-0513953FEAF5}" type="pres">
      <dgm:prSet presAssocID="{8BAC36CC-1676-4763-913F-3392AA49187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DCA064F-2060-43D0-8017-EED8683891D8}" type="pres">
      <dgm:prSet presAssocID="{4D6099CD-07DB-4BE3-BBF5-596DA8D421E8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342AC13-82A0-4A27-9C1B-CF72FCEB6C08}" srcId="{8BAC36CC-1676-4763-913F-3392AA49187E}" destId="{4D6099CD-07DB-4BE3-BBF5-596DA8D421E8}" srcOrd="0" destOrd="0" parTransId="{6A8B63EA-27DE-4A1F-955C-13D1C09D242F}" sibTransId="{3F644345-1B1C-4AB8-96FE-15E80046C785}"/>
    <dgm:cxn modelId="{E52DCA27-4E6C-4826-B741-3B4517ECE55C}" type="presOf" srcId="{8BAC36CC-1676-4763-913F-3392AA49187E}" destId="{C5C5EA39-C252-4F85-9914-0513953FEAF5}" srcOrd="0" destOrd="0" presId="urn:microsoft.com/office/officeart/2005/8/layout/default"/>
    <dgm:cxn modelId="{6F1A54F2-2CEC-4558-8093-18F4C02A294E}" type="presOf" srcId="{4D6099CD-07DB-4BE3-BBF5-596DA8D421E8}" destId="{8DCA064F-2060-43D0-8017-EED8683891D8}" srcOrd="0" destOrd="0" presId="urn:microsoft.com/office/officeart/2005/8/layout/default"/>
    <dgm:cxn modelId="{A5CEDDAC-1174-4BEA-9907-366E9BF2466C}" type="presParOf" srcId="{C5C5EA39-C252-4F85-9914-0513953FEAF5}" destId="{8DCA064F-2060-43D0-8017-EED8683891D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3D4095-3C4E-46F9-A548-B7269DF6E2E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CAD158-D24C-405E-8E2E-72BEB7DCE9B7}">
      <dgm:prSet phldrT="[Text]"/>
      <dgm:spPr/>
      <dgm:t>
        <a:bodyPr/>
        <a:lstStyle/>
        <a:p>
          <a:r>
            <a:rPr lang="es-MX" dirty="0" err="1" smtClean="0"/>
            <a:t>Current</a:t>
          </a:r>
          <a:r>
            <a:rPr lang="es-MX" dirty="0" smtClean="0"/>
            <a:t> </a:t>
          </a:r>
          <a:r>
            <a:rPr lang="es-MX" dirty="0" err="1" smtClean="0"/>
            <a:t>situation</a:t>
          </a:r>
          <a:endParaRPr lang="en-US" dirty="0"/>
        </a:p>
      </dgm:t>
    </dgm:pt>
    <dgm:pt modelId="{8D20ADC8-DEE0-4008-9611-EEA0CB496BAC}" type="parTrans" cxnId="{F78F8959-53DE-410E-9526-360ECBCC9F28}">
      <dgm:prSet/>
      <dgm:spPr/>
      <dgm:t>
        <a:bodyPr/>
        <a:lstStyle/>
        <a:p>
          <a:endParaRPr lang="en-US"/>
        </a:p>
      </dgm:t>
    </dgm:pt>
    <dgm:pt modelId="{D7C5CF31-A576-42BC-B97A-DBFDB4BE2F82}" type="sibTrans" cxnId="{F78F8959-53DE-410E-9526-360ECBCC9F28}">
      <dgm:prSet/>
      <dgm:spPr/>
      <dgm:t>
        <a:bodyPr/>
        <a:lstStyle/>
        <a:p>
          <a:endParaRPr lang="en-US"/>
        </a:p>
      </dgm:t>
    </dgm:pt>
    <dgm:pt modelId="{236B65E0-1F25-4F68-8C63-09EA1CABB54D}" type="asst">
      <dgm:prSet phldrT="[Text]"/>
      <dgm:spPr/>
      <dgm:t>
        <a:bodyPr/>
        <a:lstStyle/>
        <a:p>
          <a:r>
            <a:rPr lang="es-MX" dirty="0" err="1" smtClean="0"/>
            <a:t>Constraints</a:t>
          </a:r>
          <a:endParaRPr lang="en-US" dirty="0"/>
        </a:p>
      </dgm:t>
    </dgm:pt>
    <dgm:pt modelId="{BB728671-3F42-43DF-BC46-4266687C0C6E}" type="parTrans" cxnId="{D80812FA-A7A8-44AB-B7C7-17CBBB8BB474}">
      <dgm:prSet/>
      <dgm:spPr/>
      <dgm:t>
        <a:bodyPr/>
        <a:lstStyle/>
        <a:p>
          <a:endParaRPr lang="en-US"/>
        </a:p>
      </dgm:t>
    </dgm:pt>
    <dgm:pt modelId="{155C4EA9-DA53-44B3-9FF2-F4DFA9B43EDA}" type="sibTrans" cxnId="{D80812FA-A7A8-44AB-B7C7-17CBBB8BB474}">
      <dgm:prSet/>
      <dgm:spPr/>
      <dgm:t>
        <a:bodyPr/>
        <a:lstStyle/>
        <a:p>
          <a:endParaRPr lang="en-US"/>
        </a:p>
      </dgm:t>
    </dgm:pt>
    <dgm:pt modelId="{4B9009A8-BCD9-4E5A-AB11-703DDADCFCF0}">
      <dgm:prSet phldrT="[Text]"/>
      <dgm:spPr/>
      <dgm:t>
        <a:bodyPr/>
        <a:lstStyle/>
        <a:p>
          <a:r>
            <a:rPr lang="es-MX" dirty="0" err="1" smtClean="0"/>
            <a:t>Must</a:t>
          </a:r>
          <a:r>
            <a:rPr lang="es-MX" dirty="0" smtClean="0"/>
            <a:t> </a:t>
          </a:r>
          <a:r>
            <a:rPr lang="es-MX" dirty="0" err="1" smtClean="0"/>
            <a:t>have</a:t>
          </a:r>
          <a:endParaRPr lang="en-US" dirty="0"/>
        </a:p>
      </dgm:t>
    </dgm:pt>
    <dgm:pt modelId="{45FEDEBE-3ADE-4B07-8E63-B3B0604194EC}" type="parTrans" cxnId="{CDB5A993-E960-4C1F-8A49-A8F9C5D270E4}">
      <dgm:prSet/>
      <dgm:spPr/>
      <dgm:t>
        <a:bodyPr/>
        <a:lstStyle/>
        <a:p>
          <a:endParaRPr lang="en-US"/>
        </a:p>
      </dgm:t>
    </dgm:pt>
    <dgm:pt modelId="{684D6E72-7469-4ACF-96EF-112457DE73E8}" type="sibTrans" cxnId="{CDB5A993-E960-4C1F-8A49-A8F9C5D270E4}">
      <dgm:prSet/>
      <dgm:spPr/>
      <dgm:t>
        <a:bodyPr/>
        <a:lstStyle/>
        <a:p>
          <a:endParaRPr lang="en-US"/>
        </a:p>
      </dgm:t>
    </dgm:pt>
    <dgm:pt modelId="{C5AD4609-B7C9-4439-9E14-6747913EE166}">
      <dgm:prSet phldrT="[Text]"/>
      <dgm:spPr/>
      <dgm:t>
        <a:bodyPr/>
        <a:lstStyle/>
        <a:p>
          <a:r>
            <a:rPr lang="es-MX" dirty="0" err="1" smtClean="0"/>
            <a:t>Nice</a:t>
          </a:r>
          <a:r>
            <a:rPr lang="es-MX" dirty="0" smtClean="0"/>
            <a:t> to </a:t>
          </a:r>
          <a:r>
            <a:rPr lang="es-MX" dirty="0" err="1" smtClean="0"/>
            <a:t>have</a:t>
          </a:r>
          <a:endParaRPr lang="en-US" dirty="0"/>
        </a:p>
      </dgm:t>
    </dgm:pt>
    <dgm:pt modelId="{56A631DD-1A61-49A0-9E44-F09381E39CE4}" type="parTrans" cxnId="{00D896EE-1B59-487A-866E-2377307D1100}">
      <dgm:prSet/>
      <dgm:spPr/>
      <dgm:t>
        <a:bodyPr/>
        <a:lstStyle/>
        <a:p>
          <a:endParaRPr lang="en-US"/>
        </a:p>
      </dgm:t>
    </dgm:pt>
    <dgm:pt modelId="{CB2E45CE-2878-495B-9608-B599CC3B1541}" type="sibTrans" cxnId="{00D896EE-1B59-487A-866E-2377307D1100}">
      <dgm:prSet/>
      <dgm:spPr/>
      <dgm:t>
        <a:bodyPr/>
        <a:lstStyle/>
        <a:p>
          <a:endParaRPr lang="en-US"/>
        </a:p>
      </dgm:t>
    </dgm:pt>
    <dgm:pt modelId="{D1A453A2-E1B7-479D-B67E-DBCC0F804C99}">
      <dgm:prSet phldrT="[Text]"/>
      <dgm:spPr/>
      <dgm:t>
        <a:bodyPr/>
        <a:lstStyle/>
        <a:p>
          <a:r>
            <a:rPr lang="es-MX" dirty="0" err="1" smtClean="0"/>
            <a:t>Context</a:t>
          </a:r>
          <a:endParaRPr lang="en-US" dirty="0"/>
        </a:p>
      </dgm:t>
    </dgm:pt>
    <dgm:pt modelId="{73BC084D-6648-44CE-BB91-07C9F9F102C8}" type="parTrans" cxnId="{C1216C4A-2C2D-46BD-8749-AF97BB4FA537}">
      <dgm:prSet/>
      <dgm:spPr/>
      <dgm:t>
        <a:bodyPr/>
        <a:lstStyle/>
        <a:p>
          <a:endParaRPr lang="en-US"/>
        </a:p>
      </dgm:t>
    </dgm:pt>
    <dgm:pt modelId="{082AB79C-5721-4B20-9945-12CEA681C985}" type="sibTrans" cxnId="{C1216C4A-2C2D-46BD-8749-AF97BB4FA537}">
      <dgm:prSet/>
      <dgm:spPr/>
      <dgm:t>
        <a:bodyPr/>
        <a:lstStyle/>
        <a:p>
          <a:endParaRPr lang="en-US"/>
        </a:p>
      </dgm:t>
    </dgm:pt>
    <dgm:pt modelId="{37855633-73A6-4A20-896E-7E4795409453}" type="pres">
      <dgm:prSet presAssocID="{843D4095-3C4E-46F9-A548-B7269DF6E2E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11C1711-EF53-486B-B1E5-E3AF3E01AB43}" type="pres">
      <dgm:prSet presAssocID="{E5CAD158-D24C-405E-8E2E-72BEB7DCE9B7}" presName="hierRoot1" presStyleCnt="0">
        <dgm:presLayoutVars>
          <dgm:hierBranch val="init"/>
        </dgm:presLayoutVars>
      </dgm:prSet>
      <dgm:spPr/>
    </dgm:pt>
    <dgm:pt modelId="{0249FC34-69AB-4E61-899B-89656C5D7025}" type="pres">
      <dgm:prSet presAssocID="{E5CAD158-D24C-405E-8E2E-72BEB7DCE9B7}" presName="rootComposite1" presStyleCnt="0"/>
      <dgm:spPr/>
    </dgm:pt>
    <dgm:pt modelId="{94C87632-C905-4C0A-BD35-ECA4E8A239FD}" type="pres">
      <dgm:prSet presAssocID="{E5CAD158-D24C-405E-8E2E-72BEB7DCE9B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5A2848B-6E41-40EA-B495-B1FA10D5149A}" type="pres">
      <dgm:prSet presAssocID="{E5CAD158-D24C-405E-8E2E-72BEB7DCE9B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9804E970-87A9-4C77-9FED-676C90426874}" type="pres">
      <dgm:prSet presAssocID="{E5CAD158-D24C-405E-8E2E-72BEB7DCE9B7}" presName="hierChild2" presStyleCnt="0"/>
      <dgm:spPr/>
    </dgm:pt>
    <dgm:pt modelId="{B2BBDA9C-FFCF-4351-A7BC-1790EFF75675}" type="pres">
      <dgm:prSet presAssocID="{45FEDEBE-3ADE-4B07-8E63-B3B0604194EC}" presName="Name64" presStyleLbl="parChTrans1D2" presStyleIdx="0" presStyleCnt="4"/>
      <dgm:spPr/>
      <dgm:t>
        <a:bodyPr/>
        <a:lstStyle/>
        <a:p>
          <a:endParaRPr lang="en-US"/>
        </a:p>
      </dgm:t>
    </dgm:pt>
    <dgm:pt modelId="{F63CF518-CF50-4737-A079-4A4D66817192}" type="pres">
      <dgm:prSet presAssocID="{4B9009A8-BCD9-4E5A-AB11-703DDADCFCF0}" presName="hierRoot2" presStyleCnt="0">
        <dgm:presLayoutVars>
          <dgm:hierBranch val="init"/>
        </dgm:presLayoutVars>
      </dgm:prSet>
      <dgm:spPr/>
    </dgm:pt>
    <dgm:pt modelId="{241406BB-8D50-4062-9636-893ACA74A445}" type="pres">
      <dgm:prSet presAssocID="{4B9009A8-BCD9-4E5A-AB11-703DDADCFCF0}" presName="rootComposite" presStyleCnt="0"/>
      <dgm:spPr/>
    </dgm:pt>
    <dgm:pt modelId="{74980085-D311-4541-8914-F32BE4F061D7}" type="pres">
      <dgm:prSet presAssocID="{4B9009A8-BCD9-4E5A-AB11-703DDADCFCF0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D749DD5-A348-4D70-978C-78DDA6E18782}" type="pres">
      <dgm:prSet presAssocID="{4B9009A8-BCD9-4E5A-AB11-703DDADCFCF0}" presName="rootConnector" presStyleLbl="node2" presStyleIdx="0" presStyleCnt="3"/>
      <dgm:spPr/>
      <dgm:t>
        <a:bodyPr/>
        <a:lstStyle/>
        <a:p>
          <a:endParaRPr lang="en-US"/>
        </a:p>
      </dgm:t>
    </dgm:pt>
    <dgm:pt modelId="{2DE32F00-A408-4A0F-B5FB-9620CB708FD2}" type="pres">
      <dgm:prSet presAssocID="{4B9009A8-BCD9-4E5A-AB11-703DDADCFCF0}" presName="hierChild4" presStyleCnt="0"/>
      <dgm:spPr/>
    </dgm:pt>
    <dgm:pt modelId="{9353F5ED-096E-4774-B0C0-94679D6E5EFE}" type="pres">
      <dgm:prSet presAssocID="{4B9009A8-BCD9-4E5A-AB11-703DDADCFCF0}" presName="hierChild5" presStyleCnt="0"/>
      <dgm:spPr/>
    </dgm:pt>
    <dgm:pt modelId="{E12AC2D3-1D8B-493E-BF9E-E8CDA0B474CF}" type="pres">
      <dgm:prSet presAssocID="{56A631DD-1A61-49A0-9E44-F09381E39CE4}" presName="Name64" presStyleLbl="parChTrans1D2" presStyleIdx="1" presStyleCnt="4"/>
      <dgm:spPr/>
      <dgm:t>
        <a:bodyPr/>
        <a:lstStyle/>
        <a:p>
          <a:endParaRPr lang="en-US"/>
        </a:p>
      </dgm:t>
    </dgm:pt>
    <dgm:pt modelId="{DDD4BDE3-E99F-497B-A4E0-A155D5DF2628}" type="pres">
      <dgm:prSet presAssocID="{C5AD4609-B7C9-4439-9E14-6747913EE166}" presName="hierRoot2" presStyleCnt="0">
        <dgm:presLayoutVars>
          <dgm:hierBranch val="init"/>
        </dgm:presLayoutVars>
      </dgm:prSet>
      <dgm:spPr/>
    </dgm:pt>
    <dgm:pt modelId="{372E8090-3627-40F4-B17B-1104F5EB720E}" type="pres">
      <dgm:prSet presAssocID="{C5AD4609-B7C9-4439-9E14-6747913EE166}" presName="rootComposite" presStyleCnt="0"/>
      <dgm:spPr/>
    </dgm:pt>
    <dgm:pt modelId="{EA8513BD-38E9-4228-ADFE-8208DBD781AC}" type="pres">
      <dgm:prSet presAssocID="{C5AD4609-B7C9-4439-9E14-6747913EE166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D056CE1-BD32-4E18-8576-7BFDCE4751FD}" type="pres">
      <dgm:prSet presAssocID="{C5AD4609-B7C9-4439-9E14-6747913EE166}" presName="rootConnector" presStyleLbl="node2" presStyleIdx="1" presStyleCnt="3"/>
      <dgm:spPr/>
      <dgm:t>
        <a:bodyPr/>
        <a:lstStyle/>
        <a:p>
          <a:endParaRPr lang="en-US"/>
        </a:p>
      </dgm:t>
    </dgm:pt>
    <dgm:pt modelId="{B973C16B-5EAF-4AC5-B50E-9D6633CB4822}" type="pres">
      <dgm:prSet presAssocID="{C5AD4609-B7C9-4439-9E14-6747913EE166}" presName="hierChild4" presStyleCnt="0"/>
      <dgm:spPr/>
    </dgm:pt>
    <dgm:pt modelId="{DC49868C-F87F-4B2C-BB7E-6C45ECFAF7BD}" type="pres">
      <dgm:prSet presAssocID="{C5AD4609-B7C9-4439-9E14-6747913EE166}" presName="hierChild5" presStyleCnt="0"/>
      <dgm:spPr/>
    </dgm:pt>
    <dgm:pt modelId="{743C0484-149E-465D-BC34-B77615EE84DA}" type="pres">
      <dgm:prSet presAssocID="{73BC084D-6648-44CE-BB91-07C9F9F102C8}" presName="Name64" presStyleLbl="parChTrans1D2" presStyleIdx="2" presStyleCnt="4"/>
      <dgm:spPr/>
      <dgm:t>
        <a:bodyPr/>
        <a:lstStyle/>
        <a:p>
          <a:endParaRPr lang="en-US"/>
        </a:p>
      </dgm:t>
    </dgm:pt>
    <dgm:pt modelId="{760A923A-83D2-4D2A-8C5E-432DB7ECBBD6}" type="pres">
      <dgm:prSet presAssocID="{D1A453A2-E1B7-479D-B67E-DBCC0F804C99}" presName="hierRoot2" presStyleCnt="0">
        <dgm:presLayoutVars>
          <dgm:hierBranch val="init"/>
        </dgm:presLayoutVars>
      </dgm:prSet>
      <dgm:spPr/>
    </dgm:pt>
    <dgm:pt modelId="{0C30ED13-0AA7-4292-B29D-594555C6DCC2}" type="pres">
      <dgm:prSet presAssocID="{D1A453A2-E1B7-479D-B67E-DBCC0F804C99}" presName="rootComposite" presStyleCnt="0"/>
      <dgm:spPr/>
    </dgm:pt>
    <dgm:pt modelId="{F9465887-A0F2-4B40-AF63-BCCDFFE06614}" type="pres">
      <dgm:prSet presAssocID="{D1A453A2-E1B7-479D-B67E-DBCC0F804C99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6292FBA-484B-4480-AA8D-E5A438244AF4}" type="pres">
      <dgm:prSet presAssocID="{D1A453A2-E1B7-479D-B67E-DBCC0F804C99}" presName="rootConnector" presStyleLbl="node2" presStyleIdx="2" presStyleCnt="3"/>
      <dgm:spPr/>
      <dgm:t>
        <a:bodyPr/>
        <a:lstStyle/>
        <a:p>
          <a:endParaRPr lang="en-US"/>
        </a:p>
      </dgm:t>
    </dgm:pt>
    <dgm:pt modelId="{DA1E61F4-EF87-4560-B3D4-447E454B0DA5}" type="pres">
      <dgm:prSet presAssocID="{D1A453A2-E1B7-479D-B67E-DBCC0F804C99}" presName="hierChild4" presStyleCnt="0"/>
      <dgm:spPr/>
    </dgm:pt>
    <dgm:pt modelId="{B019E711-652D-4AC9-B391-637F589392E1}" type="pres">
      <dgm:prSet presAssocID="{D1A453A2-E1B7-479D-B67E-DBCC0F804C99}" presName="hierChild5" presStyleCnt="0"/>
      <dgm:spPr/>
    </dgm:pt>
    <dgm:pt modelId="{7F5E0060-2B53-4F09-8AF6-F19B1D8A18FF}" type="pres">
      <dgm:prSet presAssocID="{E5CAD158-D24C-405E-8E2E-72BEB7DCE9B7}" presName="hierChild3" presStyleCnt="0"/>
      <dgm:spPr/>
    </dgm:pt>
    <dgm:pt modelId="{814066C9-F5E5-4FDF-8008-5034EF9620A9}" type="pres">
      <dgm:prSet presAssocID="{BB728671-3F42-43DF-BC46-4266687C0C6E}" presName="Name115" presStyleLbl="parChTrans1D2" presStyleIdx="3" presStyleCnt="4"/>
      <dgm:spPr/>
      <dgm:t>
        <a:bodyPr/>
        <a:lstStyle/>
        <a:p>
          <a:endParaRPr lang="en-US"/>
        </a:p>
      </dgm:t>
    </dgm:pt>
    <dgm:pt modelId="{370F12A8-1461-4699-BDCC-8BED1F34AAE4}" type="pres">
      <dgm:prSet presAssocID="{236B65E0-1F25-4F68-8C63-09EA1CABB54D}" presName="hierRoot3" presStyleCnt="0">
        <dgm:presLayoutVars>
          <dgm:hierBranch val="init"/>
        </dgm:presLayoutVars>
      </dgm:prSet>
      <dgm:spPr/>
    </dgm:pt>
    <dgm:pt modelId="{040EEB96-1B69-46BF-BF63-4265E594AD40}" type="pres">
      <dgm:prSet presAssocID="{236B65E0-1F25-4F68-8C63-09EA1CABB54D}" presName="rootComposite3" presStyleCnt="0"/>
      <dgm:spPr/>
    </dgm:pt>
    <dgm:pt modelId="{C10EECF8-0FD1-4413-8C93-ADAEF5B87830}" type="pres">
      <dgm:prSet presAssocID="{236B65E0-1F25-4F68-8C63-09EA1CABB54D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B3D4C94-374B-44E9-BACC-D3C51B400255}" type="pres">
      <dgm:prSet presAssocID="{236B65E0-1F25-4F68-8C63-09EA1CABB54D}" presName="rootConnector3" presStyleLbl="asst1" presStyleIdx="0" presStyleCnt="1"/>
      <dgm:spPr/>
      <dgm:t>
        <a:bodyPr/>
        <a:lstStyle/>
        <a:p>
          <a:endParaRPr lang="en-US"/>
        </a:p>
      </dgm:t>
    </dgm:pt>
    <dgm:pt modelId="{45CCC695-6DF7-4ABA-89B3-F5371B89EFC6}" type="pres">
      <dgm:prSet presAssocID="{236B65E0-1F25-4F68-8C63-09EA1CABB54D}" presName="hierChild6" presStyleCnt="0"/>
      <dgm:spPr/>
    </dgm:pt>
    <dgm:pt modelId="{3FD6C470-997F-460F-B11B-AB8AD81E4544}" type="pres">
      <dgm:prSet presAssocID="{236B65E0-1F25-4F68-8C63-09EA1CABB54D}" presName="hierChild7" presStyleCnt="0"/>
      <dgm:spPr/>
    </dgm:pt>
  </dgm:ptLst>
  <dgm:cxnLst>
    <dgm:cxn modelId="{B66D1E27-A478-492E-9DFF-912EDED62097}" type="presOf" srcId="{4B9009A8-BCD9-4E5A-AB11-703DDADCFCF0}" destId="{74980085-D311-4541-8914-F32BE4F061D7}" srcOrd="0" destOrd="0" presId="urn:microsoft.com/office/officeart/2009/3/layout/HorizontalOrganizationChart"/>
    <dgm:cxn modelId="{F78F8959-53DE-410E-9526-360ECBCC9F28}" srcId="{843D4095-3C4E-46F9-A548-B7269DF6E2ED}" destId="{E5CAD158-D24C-405E-8E2E-72BEB7DCE9B7}" srcOrd="0" destOrd="0" parTransId="{8D20ADC8-DEE0-4008-9611-EEA0CB496BAC}" sibTransId="{D7C5CF31-A576-42BC-B97A-DBFDB4BE2F82}"/>
    <dgm:cxn modelId="{60F7E146-C69D-41EF-82B2-65158967A130}" type="presOf" srcId="{236B65E0-1F25-4F68-8C63-09EA1CABB54D}" destId="{C10EECF8-0FD1-4413-8C93-ADAEF5B87830}" srcOrd="0" destOrd="0" presId="urn:microsoft.com/office/officeart/2009/3/layout/HorizontalOrganizationChart"/>
    <dgm:cxn modelId="{2396E94D-FF08-4E2F-A69C-9141AFA772D6}" type="presOf" srcId="{4B9009A8-BCD9-4E5A-AB11-703DDADCFCF0}" destId="{8D749DD5-A348-4D70-978C-78DDA6E18782}" srcOrd="1" destOrd="0" presId="urn:microsoft.com/office/officeart/2009/3/layout/HorizontalOrganizationChart"/>
    <dgm:cxn modelId="{7EE5D8C3-DFA5-43F3-8727-366204A48DEE}" type="presOf" srcId="{45FEDEBE-3ADE-4B07-8E63-B3B0604194EC}" destId="{B2BBDA9C-FFCF-4351-A7BC-1790EFF75675}" srcOrd="0" destOrd="0" presId="urn:microsoft.com/office/officeart/2009/3/layout/HorizontalOrganizationChart"/>
    <dgm:cxn modelId="{D80812FA-A7A8-44AB-B7C7-17CBBB8BB474}" srcId="{E5CAD158-D24C-405E-8E2E-72BEB7DCE9B7}" destId="{236B65E0-1F25-4F68-8C63-09EA1CABB54D}" srcOrd="0" destOrd="0" parTransId="{BB728671-3F42-43DF-BC46-4266687C0C6E}" sibTransId="{155C4EA9-DA53-44B3-9FF2-F4DFA9B43EDA}"/>
    <dgm:cxn modelId="{2B96DB09-5E38-4B4A-96CC-9DFB4B15DCD7}" type="presOf" srcId="{E5CAD158-D24C-405E-8E2E-72BEB7DCE9B7}" destId="{94C87632-C905-4C0A-BD35-ECA4E8A239FD}" srcOrd="0" destOrd="0" presId="urn:microsoft.com/office/officeart/2009/3/layout/HorizontalOrganizationChart"/>
    <dgm:cxn modelId="{00D896EE-1B59-487A-866E-2377307D1100}" srcId="{E5CAD158-D24C-405E-8E2E-72BEB7DCE9B7}" destId="{C5AD4609-B7C9-4439-9E14-6747913EE166}" srcOrd="2" destOrd="0" parTransId="{56A631DD-1A61-49A0-9E44-F09381E39CE4}" sibTransId="{CB2E45CE-2878-495B-9608-B599CC3B1541}"/>
    <dgm:cxn modelId="{6B269052-E3FC-4990-8EB8-8D071B3DBF73}" type="presOf" srcId="{843D4095-3C4E-46F9-A548-B7269DF6E2ED}" destId="{37855633-73A6-4A20-896E-7E4795409453}" srcOrd="0" destOrd="0" presId="urn:microsoft.com/office/officeart/2009/3/layout/HorizontalOrganizationChart"/>
    <dgm:cxn modelId="{1C34643E-9B6E-4CC8-8E58-0B34DC5684A1}" type="presOf" srcId="{D1A453A2-E1B7-479D-B67E-DBCC0F804C99}" destId="{66292FBA-484B-4480-AA8D-E5A438244AF4}" srcOrd="1" destOrd="0" presId="urn:microsoft.com/office/officeart/2009/3/layout/HorizontalOrganizationChart"/>
    <dgm:cxn modelId="{C1216C4A-2C2D-46BD-8749-AF97BB4FA537}" srcId="{E5CAD158-D24C-405E-8E2E-72BEB7DCE9B7}" destId="{D1A453A2-E1B7-479D-B67E-DBCC0F804C99}" srcOrd="3" destOrd="0" parTransId="{73BC084D-6648-44CE-BB91-07C9F9F102C8}" sibTransId="{082AB79C-5721-4B20-9945-12CEA681C985}"/>
    <dgm:cxn modelId="{95B05B58-96B1-41B8-8D55-90BFA48B6FD3}" type="presOf" srcId="{C5AD4609-B7C9-4439-9E14-6747913EE166}" destId="{0D056CE1-BD32-4E18-8576-7BFDCE4751FD}" srcOrd="1" destOrd="0" presId="urn:microsoft.com/office/officeart/2009/3/layout/HorizontalOrganizationChart"/>
    <dgm:cxn modelId="{CDB5A993-E960-4C1F-8A49-A8F9C5D270E4}" srcId="{E5CAD158-D24C-405E-8E2E-72BEB7DCE9B7}" destId="{4B9009A8-BCD9-4E5A-AB11-703DDADCFCF0}" srcOrd="1" destOrd="0" parTransId="{45FEDEBE-3ADE-4B07-8E63-B3B0604194EC}" sibTransId="{684D6E72-7469-4ACF-96EF-112457DE73E8}"/>
    <dgm:cxn modelId="{625B30BA-B81A-4285-815F-08CCF9A83A4D}" type="presOf" srcId="{D1A453A2-E1B7-479D-B67E-DBCC0F804C99}" destId="{F9465887-A0F2-4B40-AF63-BCCDFFE06614}" srcOrd="0" destOrd="0" presId="urn:microsoft.com/office/officeart/2009/3/layout/HorizontalOrganizationChart"/>
    <dgm:cxn modelId="{E31AE447-7AFD-4629-A5EF-0D1861EE4170}" type="presOf" srcId="{E5CAD158-D24C-405E-8E2E-72BEB7DCE9B7}" destId="{C5A2848B-6E41-40EA-B495-B1FA10D5149A}" srcOrd="1" destOrd="0" presId="urn:microsoft.com/office/officeart/2009/3/layout/HorizontalOrganizationChart"/>
    <dgm:cxn modelId="{80F85B68-186E-43E1-943E-3564180BB110}" type="presOf" srcId="{56A631DD-1A61-49A0-9E44-F09381E39CE4}" destId="{E12AC2D3-1D8B-493E-BF9E-E8CDA0B474CF}" srcOrd="0" destOrd="0" presId="urn:microsoft.com/office/officeart/2009/3/layout/HorizontalOrganizationChart"/>
    <dgm:cxn modelId="{03B0173D-44A8-4B3F-8D55-6908F5CFC481}" type="presOf" srcId="{C5AD4609-B7C9-4439-9E14-6747913EE166}" destId="{EA8513BD-38E9-4228-ADFE-8208DBD781AC}" srcOrd="0" destOrd="0" presId="urn:microsoft.com/office/officeart/2009/3/layout/HorizontalOrganizationChart"/>
    <dgm:cxn modelId="{490AB6B2-3A97-4A3C-91CA-EBCEA6198861}" type="presOf" srcId="{73BC084D-6648-44CE-BB91-07C9F9F102C8}" destId="{743C0484-149E-465D-BC34-B77615EE84DA}" srcOrd="0" destOrd="0" presId="urn:microsoft.com/office/officeart/2009/3/layout/HorizontalOrganizationChart"/>
    <dgm:cxn modelId="{74DDED52-70D7-475F-A8DB-DECB9D30F158}" type="presOf" srcId="{BB728671-3F42-43DF-BC46-4266687C0C6E}" destId="{814066C9-F5E5-4FDF-8008-5034EF9620A9}" srcOrd="0" destOrd="0" presId="urn:microsoft.com/office/officeart/2009/3/layout/HorizontalOrganizationChart"/>
    <dgm:cxn modelId="{6809B22F-F8EA-4CA5-83D1-7F4A8558A808}" type="presOf" srcId="{236B65E0-1F25-4F68-8C63-09EA1CABB54D}" destId="{CB3D4C94-374B-44E9-BACC-D3C51B400255}" srcOrd="1" destOrd="0" presId="urn:microsoft.com/office/officeart/2009/3/layout/HorizontalOrganizationChart"/>
    <dgm:cxn modelId="{03EC0A4C-3749-463C-9954-E05E8FC738CD}" type="presParOf" srcId="{37855633-73A6-4A20-896E-7E4795409453}" destId="{411C1711-EF53-486B-B1E5-E3AF3E01AB43}" srcOrd="0" destOrd="0" presId="urn:microsoft.com/office/officeart/2009/3/layout/HorizontalOrganizationChart"/>
    <dgm:cxn modelId="{2B0957C1-118D-43C1-A63C-DBD11A6BEC75}" type="presParOf" srcId="{411C1711-EF53-486B-B1E5-E3AF3E01AB43}" destId="{0249FC34-69AB-4E61-899B-89656C5D7025}" srcOrd="0" destOrd="0" presId="urn:microsoft.com/office/officeart/2009/3/layout/HorizontalOrganizationChart"/>
    <dgm:cxn modelId="{8267D56F-1DA1-4964-8097-8E2F9BB07C6C}" type="presParOf" srcId="{0249FC34-69AB-4E61-899B-89656C5D7025}" destId="{94C87632-C905-4C0A-BD35-ECA4E8A239FD}" srcOrd="0" destOrd="0" presId="urn:microsoft.com/office/officeart/2009/3/layout/HorizontalOrganizationChart"/>
    <dgm:cxn modelId="{5233508E-E23E-4C9E-A3D6-3464E71DC1C6}" type="presParOf" srcId="{0249FC34-69AB-4E61-899B-89656C5D7025}" destId="{C5A2848B-6E41-40EA-B495-B1FA10D5149A}" srcOrd="1" destOrd="0" presId="urn:microsoft.com/office/officeart/2009/3/layout/HorizontalOrganizationChart"/>
    <dgm:cxn modelId="{DF066417-707D-4EE7-8591-268AEB5880C9}" type="presParOf" srcId="{411C1711-EF53-486B-B1E5-E3AF3E01AB43}" destId="{9804E970-87A9-4C77-9FED-676C90426874}" srcOrd="1" destOrd="0" presId="urn:microsoft.com/office/officeart/2009/3/layout/HorizontalOrganizationChart"/>
    <dgm:cxn modelId="{02AB7E77-3F18-456F-B8CB-E815F1B147D6}" type="presParOf" srcId="{9804E970-87A9-4C77-9FED-676C90426874}" destId="{B2BBDA9C-FFCF-4351-A7BC-1790EFF75675}" srcOrd="0" destOrd="0" presId="urn:microsoft.com/office/officeart/2009/3/layout/HorizontalOrganizationChart"/>
    <dgm:cxn modelId="{753FC6D4-9EB8-4E4F-984D-F706AB764029}" type="presParOf" srcId="{9804E970-87A9-4C77-9FED-676C90426874}" destId="{F63CF518-CF50-4737-A079-4A4D66817192}" srcOrd="1" destOrd="0" presId="urn:microsoft.com/office/officeart/2009/3/layout/HorizontalOrganizationChart"/>
    <dgm:cxn modelId="{F71A91A2-6AF7-41BF-A2C3-5FE6F2F63F1F}" type="presParOf" srcId="{F63CF518-CF50-4737-A079-4A4D66817192}" destId="{241406BB-8D50-4062-9636-893ACA74A445}" srcOrd="0" destOrd="0" presId="urn:microsoft.com/office/officeart/2009/3/layout/HorizontalOrganizationChart"/>
    <dgm:cxn modelId="{2AFC12A3-4909-4282-B709-A4756617D669}" type="presParOf" srcId="{241406BB-8D50-4062-9636-893ACA74A445}" destId="{74980085-D311-4541-8914-F32BE4F061D7}" srcOrd="0" destOrd="0" presId="urn:microsoft.com/office/officeart/2009/3/layout/HorizontalOrganizationChart"/>
    <dgm:cxn modelId="{0A67FAF0-24E5-4892-A754-8C561A859FAA}" type="presParOf" srcId="{241406BB-8D50-4062-9636-893ACA74A445}" destId="{8D749DD5-A348-4D70-978C-78DDA6E18782}" srcOrd="1" destOrd="0" presId="urn:microsoft.com/office/officeart/2009/3/layout/HorizontalOrganizationChart"/>
    <dgm:cxn modelId="{9444C9D2-2339-450C-A994-048E435C0984}" type="presParOf" srcId="{F63CF518-CF50-4737-A079-4A4D66817192}" destId="{2DE32F00-A408-4A0F-B5FB-9620CB708FD2}" srcOrd="1" destOrd="0" presId="urn:microsoft.com/office/officeart/2009/3/layout/HorizontalOrganizationChart"/>
    <dgm:cxn modelId="{99DE34F4-A492-493A-8E10-84ABAA5CD801}" type="presParOf" srcId="{F63CF518-CF50-4737-A079-4A4D66817192}" destId="{9353F5ED-096E-4774-B0C0-94679D6E5EFE}" srcOrd="2" destOrd="0" presId="urn:microsoft.com/office/officeart/2009/3/layout/HorizontalOrganizationChart"/>
    <dgm:cxn modelId="{9E62417E-C49F-4264-925A-B5660EF02CD5}" type="presParOf" srcId="{9804E970-87A9-4C77-9FED-676C90426874}" destId="{E12AC2D3-1D8B-493E-BF9E-E8CDA0B474CF}" srcOrd="2" destOrd="0" presId="urn:microsoft.com/office/officeart/2009/3/layout/HorizontalOrganizationChart"/>
    <dgm:cxn modelId="{B3ACD93D-9DCA-492D-8604-CDD7F7966346}" type="presParOf" srcId="{9804E970-87A9-4C77-9FED-676C90426874}" destId="{DDD4BDE3-E99F-497B-A4E0-A155D5DF2628}" srcOrd="3" destOrd="0" presId="urn:microsoft.com/office/officeart/2009/3/layout/HorizontalOrganizationChart"/>
    <dgm:cxn modelId="{1905D235-CF58-497C-95D9-5BC25D7972E4}" type="presParOf" srcId="{DDD4BDE3-E99F-497B-A4E0-A155D5DF2628}" destId="{372E8090-3627-40F4-B17B-1104F5EB720E}" srcOrd="0" destOrd="0" presId="urn:microsoft.com/office/officeart/2009/3/layout/HorizontalOrganizationChart"/>
    <dgm:cxn modelId="{98CB811A-A9A2-4345-948E-540D8669D289}" type="presParOf" srcId="{372E8090-3627-40F4-B17B-1104F5EB720E}" destId="{EA8513BD-38E9-4228-ADFE-8208DBD781AC}" srcOrd="0" destOrd="0" presId="urn:microsoft.com/office/officeart/2009/3/layout/HorizontalOrganizationChart"/>
    <dgm:cxn modelId="{76645A31-31EC-4A09-91E9-90E9D6F46BAC}" type="presParOf" srcId="{372E8090-3627-40F4-B17B-1104F5EB720E}" destId="{0D056CE1-BD32-4E18-8576-7BFDCE4751FD}" srcOrd="1" destOrd="0" presId="urn:microsoft.com/office/officeart/2009/3/layout/HorizontalOrganizationChart"/>
    <dgm:cxn modelId="{A0C69902-AA26-4790-B20E-0DDD9CB0BCD6}" type="presParOf" srcId="{DDD4BDE3-E99F-497B-A4E0-A155D5DF2628}" destId="{B973C16B-5EAF-4AC5-B50E-9D6633CB4822}" srcOrd="1" destOrd="0" presId="urn:microsoft.com/office/officeart/2009/3/layout/HorizontalOrganizationChart"/>
    <dgm:cxn modelId="{B3301E14-7BB1-4AF3-8D52-6E5EF8C245E3}" type="presParOf" srcId="{DDD4BDE3-E99F-497B-A4E0-A155D5DF2628}" destId="{DC49868C-F87F-4B2C-BB7E-6C45ECFAF7BD}" srcOrd="2" destOrd="0" presId="urn:microsoft.com/office/officeart/2009/3/layout/HorizontalOrganizationChart"/>
    <dgm:cxn modelId="{BC61EEC9-F551-4293-845B-D5D9BF8B9831}" type="presParOf" srcId="{9804E970-87A9-4C77-9FED-676C90426874}" destId="{743C0484-149E-465D-BC34-B77615EE84DA}" srcOrd="4" destOrd="0" presId="urn:microsoft.com/office/officeart/2009/3/layout/HorizontalOrganizationChart"/>
    <dgm:cxn modelId="{65809C2F-30E9-4FD5-B677-B5CC17CFC77B}" type="presParOf" srcId="{9804E970-87A9-4C77-9FED-676C90426874}" destId="{760A923A-83D2-4D2A-8C5E-432DB7ECBBD6}" srcOrd="5" destOrd="0" presId="urn:microsoft.com/office/officeart/2009/3/layout/HorizontalOrganizationChart"/>
    <dgm:cxn modelId="{B6F7054A-F9C6-4EF5-B9C4-948093D4EC8F}" type="presParOf" srcId="{760A923A-83D2-4D2A-8C5E-432DB7ECBBD6}" destId="{0C30ED13-0AA7-4292-B29D-594555C6DCC2}" srcOrd="0" destOrd="0" presId="urn:microsoft.com/office/officeart/2009/3/layout/HorizontalOrganizationChart"/>
    <dgm:cxn modelId="{D79CA247-37B5-4D5C-8FC5-C1BFDF444F28}" type="presParOf" srcId="{0C30ED13-0AA7-4292-B29D-594555C6DCC2}" destId="{F9465887-A0F2-4B40-AF63-BCCDFFE06614}" srcOrd="0" destOrd="0" presId="urn:microsoft.com/office/officeart/2009/3/layout/HorizontalOrganizationChart"/>
    <dgm:cxn modelId="{F63DA20B-EB07-4771-B8F1-BBDBAB474CE2}" type="presParOf" srcId="{0C30ED13-0AA7-4292-B29D-594555C6DCC2}" destId="{66292FBA-484B-4480-AA8D-E5A438244AF4}" srcOrd="1" destOrd="0" presId="urn:microsoft.com/office/officeart/2009/3/layout/HorizontalOrganizationChart"/>
    <dgm:cxn modelId="{50295A8D-D1B1-4D49-ACC6-7E3CC45D6935}" type="presParOf" srcId="{760A923A-83D2-4D2A-8C5E-432DB7ECBBD6}" destId="{DA1E61F4-EF87-4560-B3D4-447E454B0DA5}" srcOrd="1" destOrd="0" presId="urn:microsoft.com/office/officeart/2009/3/layout/HorizontalOrganizationChart"/>
    <dgm:cxn modelId="{7C73F8A6-4101-4EBE-A594-8A315A3D9CB0}" type="presParOf" srcId="{760A923A-83D2-4D2A-8C5E-432DB7ECBBD6}" destId="{B019E711-652D-4AC9-B391-637F589392E1}" srcOrd="2" destOrd="0" presId="urn:microsoft.com/office/officeart/2009/3/layout/HorizontalOrganizationChart"/>
    <dgm:cxn modelId="{05D3A1AA-5AFA-49AE-BE29-9029D1359885}" type="presParOf" srcId="{411C1711-EF53-486B-B1E5-E3AF3E01AB43}" destId="{7F5E0060-2B53-4F09-8AF6-F19B1D8A18FF}" srcOrd="2" destOrd="0" presId="urn:microsoft.com/office/officeart/2009/3/layout/HorizontalOrganizationChart"/>
    <dgm:cxn modelId="{09699238-2140-4658-8D26-F558D2F2DBBE}" type="presParOf" srcId="{7F5E0060-2B53-4F09-8AF6-F19B1D8A18FF}" destId="{814066C9-F5E5-4FDF-8008-5034EF9620A9}" srcOrd="0" destOrd="0" presId="urn:microsoft.com/office/officeart/2009/3/layout/HorizontalOrganizationChart"/>
    <dgm:cxn modelId="{AEF84990-7B1F-4470-922B-E11714C3E393}" type="presParOf" srcId="{7F5E0060-2B53-4F09-8AF6-F19B1D8A18FF}" destId="{370F12A8-1461-4699-BDCC-8BED1F34AAE4}" srcOrd="1" destOrd="0" presId="urn:microsoft.com/office/officeart/2009/3/layout/HorizontalOrganizationChart"/>
    <dgm:cxn modelId="{20DA7F81-843F-411E-81E3-78F35FCD1307}" type="presParOf" srcId="{370F12A8-1461-4699-BDCC-8BED1F34AAE4}" destId="{040EEB96-1B69-46BF-BF63-4265E594AD40}" srcOrd="0" destOrd="0" presId="urn:microsoft.com/office/officeart/2009/3/layout/HorizontalOrganizationChart"/>
    <dgm:cxn modelId="{63C288AD-0D8D-4DAC-86C9-31C769AD376C}" type="presParOf" srcId="{040EEB96-1B69-46BF-BF63-4265E594AD40}" destId="{C10EECF8-0FD1-4413-8C93-ADAEF5B87830}" srcOrd="0" destOrd="0" presId="urn:microsoft.com/office/officeart/2009/3/layout/HorizontalOrganizationChart"/>
    <dgm:cxn modelId="{E7FF65A7-6EC9-4A35-91A7-8993892ABA5B}" type="presParOf" srcId="{040EEB96-1B69-46BF-BF63-4265E594AD40}" destId="{CB3D4C94-374B-44E9-BACC-D3C51B400255}" srcOrd="1" destOrd="0" presId="urn:microsoft.com/office/officeart/2009/3/layout/HorizontalOrganizationChart"/>
    <dgm:cxn modelId="{8778BF75-60BA-4496-9083-04B7AD3E2312}" type="presParOf" srcId="{370F12A8-1461-4699-BDCC-8BED1F34AAE4}" destId="{45CCC695-6DF7-4ABA-89B3-F5371B89EFC6}" srcOrd="1" destOrd="0" presId="urn:microsoft.com/office/officeart/2009/3/layout/HorizontalOrganizationChart"/>
    <dgm:cxn modelId="{DF7E2196-DB02-46FA-A7ED-22F602ECBED0}" type="presParOf" srcId="{370F12A8-1461-4699-BDCC-8BED1F34AAE4}" destId="{3FD6C470-997F-460F-B11B-AB8AD81E4544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FB8E9-08CE-4126-8B0C-C3386EA713FC}">
      <dsp:nvSpPr>
        <dsp:cNvPr id="0" name=""/>
        <dsp:cNvSpPr/>
      </dsp:nvSpPr>
      <dsp:spPr>
        <a:xfrm>
          <a:off x="916483" y="1984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Product Backlog</a:t>
          </a:r>
          <a:endParaRPr lang="en-US" sz="2500" kern="1200" dirty="0"/>
        </a:p>
      </dsp:txBody>
      <dsp:txXfrm>
        <a:off x="916483" y="1984"/>
        <a:ext cx="2030015" cy="1218009"/>
      </dsp:txXfrm>
    </dsp:sp>
    <dsp:sp modelId="{58F995B1-F951-41B6-9F99-A2FB2A7ABF83}">
      <dsp:nvSpPr>
        <dsp:cNvPr id="0" name=""/>
        <dsp:cNvSpPr/>
      </dsp:nvSpPr>
      <dsp:spPr>
        <a:xfrm>
          <a:off x="3149500" y="1984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noProof="0" dirty="0" smtClean="0"/>
            <a:t>User</a:t>
          </a:r>
          <a:r>
            <a:rPr lang="en-US" sz="2500" kern="1200" dirty="0" smtClean="0"/>
            <a:t> </a:t>
          </a:r>
          <a:r>
            <a:rPr lang="en-US" sz="2500" kern="1200" noProof="0" dirty="0" smtClean="0"/>
            <a:t>Story</a:t>
          </a:r>
          <a:endParaRPr lang="en-US" sz="2500" kern="1200" noProof="0" dirty="0"/>
        </a:p>
      </dsp:txBody>
      <dsp:txXfrm>
        <a:off x="3149500" y="1984"/>
        <a:ext cx="2030015" cy="1218009"/>
      </dsp:txXfrm>
    </dsp:sp>
    <dsp:sp modelId="{A2EB3DE3-F780-4867-9E34-675B06EDD7A5}">
      <dsp:nvSpPr>
        <dsp:cNvPr id="0" name=""/>
        <dsp:cNvSpPr/>
      </dsp:nvSpPr>
      <dsp:spPr>
        <a:xfrm>
          <a:off x="916483" y="1422995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Requirements Discovery</a:t>
          </a:r>
          <a:endParaRPr lang="en-US" sz="2500" kern="1200" dirty="0"/>
        </a:p>
      </dsp:txBody>
      <dsp:txXfrm>
        <a:off x="916483" y="1422995"/>
        <a:ext cx="2030015" cy="1218009"/>
      </dsp:txXfrm>
    </dsp:sp>
    <dsp:sp modelId="{43B651B1-76FA-442D-B16C-77EA2EC0C70E}">
      <dsp:nvSpPr>
        <dsp:cNvPr id="0" name=""/>
        <dsp:cNvSpPr/>
      </dsp:nvSpPr>
      <dsp:spPr>
        <a:xfrm>
          <a:off x="3149500" y="1422995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User Story Details</a:t>
          </a:r>
          <a:endParaRPr lang="en-US" sz="2500" kern="1200" dirty="0"/>
        </a:p>
      </dsp:txBody>
      <dsp:txXfrm>
        <a:off x="3149500" y="1422995"/>
        <a:ext cx="2030015" cy="1218009"/>
      </dsp:txXfrm>
    </dsp:sp>
    <dsp:sp modelId="{2300F1FC-F143-4751-81F2-5F0DC85CA2B1}">
      <dsp:nvSpPr>
        <dsp:cNvPr id="0" name=""/>
        <dsp:cNvSpPr/>
      </dsp:nvSpPr>
      <dsp:spPr>
        <a:xfrm>
          <a:off x="916483" y="2844006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INVEST</a:t>
          </a:r>
          <a:endParaRPr lang="en-US" sz="2500" kern="1200" dirty="0"/>
        </a:p>
      </dsp:txBody>
      <dsp:txXfrm>
        <a:off x="916483" y="2844006"/>
        <a:ext cx="2030015" cy="1218009"/>
      </dsp:txXfrm>
    </dsp:sp>
    <dsp:sp modelId="{3A9B4043-94EC-4627-A543-1DF2531FCABB}">
      <dsp:nvSpPr>
        <dsp:cNvPr id="0" name=""/>
        <dsp:cNvSpPr/>
      </dsp:nvSpPr>
      <dsp:spPr>
        <a:xfrm>
          <a:off x="3149500" y="2844006"/>
          <a:ext cx="2030015" cy="1218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Responding to Change</a:t>
          </a:r>
          <a:endParaRPr lang="en-US" sz="2500" kern="1200" dirty="0"/>
        </a:p>
      </dsp:txBody>
      <dsp:txXfrm>
        <a:off x="3149500" y="2844006"/>
        <a:ext cx="2030015" cy="12180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4066C9-F5E5-4FDF-8008-5034EF9620A9}">
      <dsp:nvSpPr>
        <dsp:cNvPr id="0" name=""/>
        <dsp:cNvSpPr/>
      </dsp:nvSpPr>
      <dsp:spPr>
        <a:xfrm>
          <a:off x="1793937" y="1920030"/>
          <a:ext cx="1254062" cy="111969"/>
        </a:xfrm>
        <a:custGeom>
          <a:avLst/>
          <a:gdLst/>
          <a:ahLst/>
          <a:cxnLst/>
          <a:rect l="0" t="0" r="0" b="0"/>
          <a:pathLst>
            <a:path>
              <a:moveTo>
                <a:pt x="0" y="111969"/>
              </a:moveTo>
              <a:lnTo>
                <a:pt x="1254062" y="111969"/>
              </a:lnTo>
              <a:lnTo>
                <a:pt x="125406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C0484-149E-465D-BC34-B77615EE84DA}">
      <dsp:nvSpPr>
        <dsp:cNvPr id="0" name=""/>
        <dsp:cNvSpPr/>
      </dsp:nvSpPr>
      <dsp:spPr>
        <a:xfrm>
          <a:off x="1793937" y="2032000"/>
          <a:ext cx="2508125" cy="7703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28974" y="0"/>
              </a:lnTo>
              <a:lnTo>
                <a:pt x="2328974" y="770352"/>
              </a:lnTo>
              <a:lnTo>
                <a:pt x="2508125" y="7703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2AC2D3-1D8B-493E-BF9E-E8CDA0B474CF}">
      <dsp:nvSpPr>
        <dsp:cNvPr id="0" name=""/>
        <dsp:cNvSpPr/>
      </dsp:nvSpPr>
      <dsp:spPr>
        <a:xfrm>
          <a:off x="1793937" y="1986280"/>
          <a:ext cx="25081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08125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BBDA9C-FFCF-4351-A7BC-1790EFF75675}">
      <dsp:nvSpPr>
        <dsp:cNvPr id="0" name=""/>
        <dsp:cNvSpPr/>
      </dsp:nvSpPr>
      <dsp:spPr>
        <a:xfrm>
          <a:off x="1793937" y="1261647"/>
          <a:ext cx="2508125" cy="770352"/>
        </a:xfrm>
        <a:custGeom>
          <a:avLst/>
          <a:gdLst/>
          <a:ahLst/>
          <a:cxnLst/>
          <a:rect l="0" t="0" r="0" b="0"/>
          <a:pathLst>
            <a:path>
              <a:moveTo>
                <a:pt x="0" y="770352"/>
              </a:moveTo>
              <a:lnTo>
                <a:pt x="2328974" y="770352"/>
              </a:lnTo>
              <a:lnTo>
                <a:pt x="2328974" y="0"/>
              </a:lnTo>
              <a:lnTo>
                <a:pt x="250812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C87632-C905-4C0A-BD35-ECA4E8A239FD}">
      <dsp:nvSpPr>
        <dsp:cNvPr id="0" name=""/>
        <dsp:cNvSpPr/>
      </dsp:nvSpPr>
      <dsp:spPr>
        <a:xfrm>
          <a:off x="2418" y="1758793"/>
          <a:ext cx="1791518" cy="546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kern="1200" dirty="0" err="1" smtClean="0"/>
            <a:t>Current</a:t>
          </a:r>
          <a:r>
            <a:rPr lang="es-MX" sz="2000" kern="1200" dirty="0" smtClean="0"/>
            <a:t> </a:t>
          </a:r>
          <a:r>
            <a:rPr lang="es-MX" sz="2000" kern="1200" dirty="0" err="1" smtClean="0"/>
            <a:t>situation</a:t>
          </a:r>
          <a:endParaRPr lang="en-US" sz="2000" kern="1200" dirty="0"/>
        </a:p>
      </dsp:txBody>
      <dsp:txXfrm>
        <a:off x="2418" y="1758793"/>
        <a:ext cx="1791518" cy="546413"/>
      </dsp:txXfrm>
    </dsp:sp>
    <dsp:sp modelId="{74980085-D311-4541-8914-F32BE4F061D7}">
      <dsp:nvSpPr>
        <dsp:cNvPr id="0" name=""/>
        <dsp:cNvSpPr/>
      </dsp:nvSpPr>
      <dsp:spPr>
        <a:xfrm>
          <a:off x="4302062" y="988440"/>
          <a:ext cx="1791518" cy="546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kern="1200" dirty="0" err="1" smtClean="0"/>
            <a:t>Must</a:t>
          </a:r>
          <a:r>
            <a:rPr lang="es-MX" sz="2000" kern="1200" dirty="0" smtClean="0"/>
            <a:t> </a:t>
          </a:r>
          <a:r>
            <a:rPr lang="es-MX" sz="2000" kern="1200" dirty="0" err="1" smtClean="0"/>
            <a:t>have</a:t>
          </a:r>
          <a:endParaRPr lang="en-US" sz="2000" kern="1200" dirty="0"/>
        </a:p>
      </dsp:txBody>
      <dsp:txXfrm>
        <a:off x="4302062" y="988440"/>
        <a:ext cx="1791518" cy="546413"/>
      </dsp:txXfrm>
    </dsp:sp>
    <dsp:sp modelId="{EA8513BD-38E9-4228-ADFE-8208DBD781AC}">
      <dsp:nvSpPr>
        <dsp:cNvPr id="0" name=""/>
        <dsp:cNvSpPr/>
      </dsp:nvSpPr>
      <dsp:spPr>
        <a:xfrm>
          <a:off x="4302062" y="1758793"/>
          <a:ext cx="1791518" cy="546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kern="1200" dirty="0" err="1" smtClean="0"/>
            <a:t>Nice</a:t>
          </a:r>
          <a:r>
            <a:rPr lang="es-MX" sz="2000" kern="1200" dirty="0" smtClean="0"/>
            <a:t> to </a:t>
          </a:r>
          <a:r>
            <a:rPr lang="es-MX" sz="2000" kern="1200" dirty="0" err="1" smtClean="0"/>
            <a:t>have</a:t>
          </a:r>
          <a:endParaRPr lang="en-US" sz="2000" kern="1200" dirty="0"/>
        </a:p>
      </dsp:txBody>
      <dsp:txXfrm>
        <a:off x="4302062" y="1758793"/>
        <a:ext cx="1791518" cy="546413"/>
      </dsp:txXfrm>
    </dsp:sp>
    <dsp:sp modelId="{F9465887-A0F2-4B40-AF63-BCCDFFE06614}">
      <dsp:nvSpPr>
        <dsp:cNvPr id="0" name=""/>
        <dsp:cNvSpPr/>
      </dsp:nvSpPr>
      <dsp:spPr>
        <a:xfrm>
          <a:off x="4302062" y="2529146"/>
          <a:ext cx="1791518" cy="546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kern="1200" dirty="0" err="1" smtClean="0"/>
            <a:t>Context</a:t>
          </a:r>
          <a:endParaRPr lang="en-US" sz="2000" kern="1200" dirty="0"/>
        </a:p>
      </dsp:txBody>
      <dsp:txXfrm>
        <a:off x="4302062" y="2529146"/>
        <a:ext cx="1791518" cy="546413"/>
      </dsp:txXfrm>
    </dsp:sp>
    <dsp:sp modelId="{C10EECF8-0FD1-4413-8C93-ADAEF5B87830}">
      <dsp:nvSpPr>
        <dsp:cNvPr id="0" name=""/>
        <dsp:cNvSpPr/>
      </dsp:nvSpPr>
      <dsp:spPr>
        <a:xfrm>
          <a:off x="2152240" y="1373616"/>
          <a:ext cx="1791518" cy="546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000" kern="1200" dirty="0" err="1" smtClean="0"/>
            <a:t>Constraints</a:t>
          </a:r>
          <a:endParaRPr lang="en-US" sz="2000" kern="1200" dirty="0"/>
        </a:p>
      </dsp:txBody>
      <dsp:txXfrm>
        <a:off x="2152240" y="1373616"/>
        <a:ext cx="1791518" cy="546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1F16E-C003-4A97-A6DE-E8CAE2AE2ED8}" type="datetimeFigureOut">
              <a:rPr lang="es-MX" smtClean="0"/>
              <a:t>26/06/2017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A61EB-55FB-4723-8D36-4DA9CF7F4FD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041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119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3830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6904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74847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7864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4243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16553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95978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46359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8040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342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0271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3049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5422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8465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8042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62759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42809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04125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5A61EB-55FB-4723-8D36-4DA9CF7F4FDF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365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4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9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7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83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6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95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7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8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6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B1D97-6F4E-44C7-88DE-B9DD142EBBAA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E8EE8-A9B5-409D-AAB6-997FA8C52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4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drsaraheaton.files.wordpress.com/2010/07/communit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238003"/>
            <a:ext cx="493395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2925" y="1950329"/>
            <a:ext cx="3297382" cy="2387600"/>
          </a:xfrm>
        </p:spPr>
        <p:txBody>
          <a:bodyPr>
            <a:normAutofit/>
          </a:bodyPr>
          <a:lstStyle/>
          <a:p>
            <a:pPr algn="l"/>
            <a:r>
              <a:rPr lang="en-US" b="1" noProof="0" dirty="0" smtClean="0">
                <a:solidFill>
                  <a:schemeClr val="accent5"/>
                </a:solidFill>
                <a:latin typeface="+mn-lt"/>
              </a:rPr>
              <a:t>Scio </a:t>
            </a:r>
            <a:br>
              <a:rPr lang="en-US" b="1" noProof="0" dirty="0" smtClean="0">
                <a:solidFill>
                  <a:schemeClr val="accent5"/>
                </a:solidFill>
                <a:latin typeface="+mn-lt"/>
              </a:rPr>
            </a:br>
            <a:r>
              <a:rPr lang="en-US" b="1" dirty="0" smtClean="0">
                <a:solidFill>
                  <a:schemeClr val="accent5"/>
                </a:solidFill>
                <a:latin typeface="+mn-lt"/>
              </a:rPr>
              <a:t>Training</a:t>
            </a:r>
            <a:endParaRPr lang="en-US" b="1" noProof="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853357" y="829994"/>
            <a:ext cx="0" cy="462827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31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Agile Software Requirements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559340408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135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Product Backlog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69067" y="4018844"/>
            <a:ext cx="2212622" cy="221262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Epic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57248" y="4605867"/>
            <a:ext cx="1915647" cy="1625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Epic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57248" y="3183467"/>
            <a:ext cx="658219" cy="13518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291026" y="3183467"/>
            <a:ext cx="1181869" cy="13518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98044" y="2743200"/>
            <a:ext cx="1783645" cy="11966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57248" y="2449688"/>
            <a:ext cx="1538752" cy="643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239911" y="2188573"/>
            <a:ext cx="1241778" cy="475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Story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557247" y="1883771"/>
            <a:ext cx="1166219" cy="475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Story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239911" y="1633946"/>
            <a:ext cx="1241778" cy="475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Story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41867" y="1539165"/>
            <a:ext cx="13468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High Priority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Low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378" y="1539165"/>
            <a:ext cx="13468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Detailed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Broad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1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Initial Product Backlog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7866" y="1327004"/>
            <a:ext cx="8540045" cy="52657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 SCOPE</a:t>
            </a:r>
          </a:p>
          <a:p>
            <a:pPr algn="ctr"/>
            <a:r>
              <a:rPr lang="en-US" dirty="0" smtClean="0"/>
              <a:t>We want a system that solves all of our current and future problems</a:t>
            </a:r>
          </a:p>
        </p:txBody>
      </p:sp>
    </p:spTree>
    <p:extLst>
      <p:ext uri="{BB962C8B-B14F-4D97-AF65-F5344CB8AC3E}">
        <p14:creationId xmlns:p14="http://schemas.microsoft.com/office/powerpoint/2010/main" val="23795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Requirements Discovery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14536719"/>
              </p:ext>
            </p:extLst>
          </p:nvPr>
        </p:nvGraphicFramePr>
        <p:xfrm>
          <a:off x="3324578" y="1772356"/>
          <a:ext cx="2494844" cy="3826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0670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Requirements Workshop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" t="14860" r="1354" b="6668"/>
          <a:stretch/>
        </p:blipFill>
        <p:spPr>
          <a:xfrm>
            <a:off x="95249" y="1362075"/>
            <a:ext cx="8924925" cy="53816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67350" y="4638675"/>
            <a:ext cx="3457575" cy="1981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Analyze available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Prepare agenda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Confirm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Run the meetings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Document discoveries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Requirements Workshop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0" y="1812005"/>
            <a:ext cx="6219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err="1" smtClean="0"/>
              <a:t>Opening</a:t>
            </a:r>
            <a:r>
              <a:rPr lang="es-MX" b="1" dirty="0" smtClean="0"/>
              <a:t> </a:t>
            </a:r>
            <a:r>
              <a:rPr lang="es-MX" b="1" dirty="0" err="1" smtClean="0"/>
              <a:t>Questions</a:t>
            </a:r>
            <a:endParaRPr lang="es-MX" b="1" dirty="0" smtClean="0"/>
          </a:p>
          <a:p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Describe </a:t>
            </a:r>
            <a:r>
              <a:rPr lang="es-MX" dirty="0" err="1" smtClean="0"/>
              <a:t>your</a:t>
            </a:r>
            <a:r>
              <a:rPr lang="es-MX" dirty="0" smtClean="0"/>
              <a:t> </a:t>
            </a:r>
            <a:r>
              <a:rPr lang="es-MX" dirty="0" err="1" smtClean="0"/>
              <a:t>current</a:t>
            </a:r>
            <a:r>
              <a:rPr lang="es-MX" dirty="0" smtClean="0"/>
              <a:t> </a:t>
            </a:r>
            <a:r>
              <a:rPr lang="es-MX" dirty="0" err="1" smtClean="0"/>
              <a:t>process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 smtClean="0"/>
              <a:t>What</a:t>
            </a:r>
            <a:r>
              <a:rPr lang="es-MX" dirty="0" smtClean="0"/>
              <a:t> are </a:t>
            </a:r>
            <a:r>
              <a:rPr lang="es-MX" dirty="0" err="1" smtClean="0"/>
              <a:t>the</a:t>
            </a:r>
            <a:r>
              <a:rPr lang="es-MX" dirty="0" smtClean="0"/>
              <a:t> 3 </a:t>
            </a:r>
            <a:r>
              <a:rPr lang="es-MX" dirty="0" err="1" smtClean="0"/>
              <a:t>most</a:t>
            </a:r>
            <a:r>
              <a:rPr lang="es-MX" dirty="0" smtClean="0"/>
              <a:t> </a:t>
            </a:r>
            <a:r>
              <a:rPr lang="es-MX" dirty="0" err="1" smtClean="0"/>
              <a:t>important</a:t>
            </a:r>
            <a:r>
              <a:rPr lang="es-MX" dirty="0" smtClean="0"/>
              <a:t> </a:t>
            </a:r>
            <a:r>
              <a:rPr lang="es-MX" dirty="0" err="1" smtClean="0"/>
              <a:t>problems</a:t>
            </a:r>
            <a:r>
              <a:rPr lang="es-MX" dirty="0" smtClean="0"/>
              <a:t> </a:t>
            </a:r>
            <a:r>
              <a:rPr lang="es-MX" dirty="0" err="1" smtClean="0"/>
              <a:t>you</a:t>
            </a:r>
            <a:r>
              <a:rPr lang="es-MX" dirty="0" smtClean="0"/>
              <a:t> </a:t>
            </a:r>
            <a:r>
              <a:rPr lang="es-MX" dirty="0" err="1" smtClean="0"/>
              <a:t>want</a:t>
            </a:r>
            <a:r>
              <a:rPr lang="es-MX" dirty="0" smtClean="0"/>
              <a:t> to </a:t>
            </a:r>
            <a:r>
              <a:rPr lang="es-MX" dirty="0" err="1" smtClean="0"/>
              <a:t>solve</a:t>
            </a: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70795529"/>
              </p:ext>
            </p:extLst>
          </p:nvPr>
        </p:nvGraphicFramePr>
        <p:xfrm>
          <a:off x="1524000" y="255066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549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Initial Product Backlog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86074" y="1327004"/>
            <a:ext cx="3371851" cy="52657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 SCOPE</a:t>
            </a:r>
          </a:p>
          <a:p>
            <a:pPr algn="ctr"/>
            <a:r>
              <a:rPr lang="en-US" dirty="0" smtClean="0"/>
              <a:t>We want a system that solves 3 of our current problems</a:t>
            </a:r>
          </a:p>
        </p:txBody>
      </p:sp>
    </p:spTree>
    <p:extLst>
      <p:ext uri="{BB962C8B-B14F-4D97-AF65-F5344CB8AC3E}">
        <p14:creationId xmlns:p14="http://schemas.microsoft.com/office/powerpoint/2010/main" val="120602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User Story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9244" y="2581398"/>
            <a:ext cx="76312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As a </a:t>
            </a:r>
            <a:r>
              <a:rPr lang="en-US" sz="3000" dirty="0" smtClean="0">
                <a:solidFill>
                  <a:schemeClr val="accent5"/>
                </a:solidFill>
              </a:rPr>
              <a:t>[role]</a:t>
            </a:r>
            <a:r>
              <a:rPr lang="en-US" sz="3000" dirty="0" smtClean="0"/>
              <a:t> I can </a:t>
            </a:r>
            <a:r>
              <a:rPr lang="en-US" sz="3000" dirty="0" smtClean="0">
                <a:solidFill>
                  <a:schemeClr val="accent5"/>
                </a:solidFill>
              </a:rPr>
              <a:t>[action] </a:t>
            </a:r>
            <a:r>
              <a:rPr lang="en-US" sz="3000" dirty="0" smtClean="0"/>
              <a:t>so that </a:t>
            </a:r>
            <a:r>
              <a:rPr lang="en-US" sz="3000" dirty="0" smtClean="0">
                <a:solidFill>
                  <a:schemeClr val="accent5"/>
                </a:solidFill>
              </a:rPr>
              <a:t>[business value]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3000" dirty="0"/>
          </a:p>
        </p:txBody>
      </p:sp>
      <p:sp>
        <p:nvSpPr>
          <p:cNvPr id="4" name="Smiley Face 3"/>
          <p:cNvSpPr/>
          <p:nvPr/>
        </p:nvSpPr>
        <p:spPr>
          <a:xfrm>
            <a:off x="1591733" y="3379630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entagon 4"/>
          <p:cNvSpPr/>
          <p:nvPr/>
        </p:nvSpPr>
        <p:spPr>
          <a:xfrm>
            <a:off x="3581964" y="3379630"/>
            <a:ext cx="1097280" cy="77685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7-Point Star 5"/>
          <p:cNvSpPr/>
          <p:nvPr/>
        </p:nvSpPr>
        <p:spPr>
          <a:xfrm>
            <a:off x="5755075" y="3288190"/>
            <a:ext cx="1097280" cy="1097280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32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Deliver Value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pic>
        <p:nvPicPr>
          <p:cNvPr id="1028" name="Picture 4" descr="http://www.followmefoodie.com/wp-content/uploads/2012/03/Spumone-Layered-Cak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823" y="2083360"/>
            <a:ext cx="3048354" cy="3048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59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>
              <a:solidFill>
                <a:schemeClr val="accent5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14575" y="442338"/>
            <a:ext cx="4572000" cy="585288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MX" sz="2400" b="1" kern="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HotelNow.com</a:t>
            </a:r>
            <a:endParaRPr lang="en-US" sz="2400" b="1" kern="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Marketplace de habitaciones de hotel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Especializado en pequeños hoteles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Ofrece programa de lealtad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Cliente registrado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Usuario registrado que quiere ver/reservar habitaciones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Cliente anónimo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Usuario anónimo que quiere ver/reservar habitaciones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Hotelero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Gerente o persona encargada definir tarifas y disponibilidad de habitaciones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96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3000375"/>
            <a:ext cx="9144000" cy="73645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User Story Details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1950" y="742950"/>
            <a:ext cx="2147888" cy="17589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Conditions of Satisfaction </a:t>
            </a:r>
            <a:r>
              <a:rPr lang="es-ES"/>
              <a:t>(Acceptance Criteria)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05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3000375"/>
            <a:ext cx="9144000" cy="73645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User Story Details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106363"/>
            <a:ext cx="3686175" cy="27875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1950" y="742950"/>
            <a:ext cx="2147888" cy="17589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Conditions of Satisfaction </a:t>
            </a:r>
            <a:r>
              <a:rPr lang="es-ES"/>
              <a:t>(Acceptance Criteria)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3000375"/>
            <a:ext cx="9144000" cy="73645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User Story Details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106363"/>
            <a:ext cx="3686175" cy="27875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0" y="4095604"/>
            <a:ext cx="4924425" cy="228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1950" y="742950"/>
            <a:ext cx="2147888" cy="17589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Conditions of Satisfaction </a:t>
            </a:r>
            <a:r>
              <a:rPr lang="es-ES"/>
              <a:t>(Acceptance Criteria)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87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3000375"/>
            <a:ext cx="9144000" cy="73645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User Story Details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106363"/>
            <a:ext cx="3686175" cy="27875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0" y="4095604"/>
            <a:ext cx="4924425" cy="228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025" y="4619479"/>
            <a:ext cx="666750" cy="619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0275" y="5127479"/>
            <a:ext cx="628650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162" y="1030361"/>
            <a:ext cx="2076450" cy="15906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900" y="5238604"/>
            <a:ext cx="790575" cy="5905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1950" y="742950"/>
            <a:ext cx="2147888" cy="17589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Conditions of Satisfaction </a:t>
            </a:r>
            <a:r>
              <a:rPr lang="es-ES"/>
              <a:t>(Acceptance Criteria)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40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04675" y="3034784"/>
            <a:ext cx="771409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an image is worth a thousand words</a:t>
            </a:r>
          </a:p>
        </p:txBody>
      </p:sp>
    </p:spTree>
    <p:extLst>
      <p:ext uri="{BB962C8B-B14F-4D97-AF65-F5344CB8AC3E}">
        <p14:creationId xmlns:p14="http://schemas.microsoft.com/office/powerpoint/2010/main" val="361615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8201" y="188912"/>
            <a:ext cx="7621588" cy="72548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ＭＳ Ｐゴシック" pitchFamily="-65" charset="-128"/>
                <a:cs typeface="+mj-cs"/>
              </a:rPr>
              <a:t>INVEST in your backlog</a:t>
            </a:r>
          </a:p>
        </p:txBody>
      </p:sp>
      <p:sp>
        <p:nvSpPr>
          <p:cNvPr id="4" name="Oval 3"/>
          <p:cNvSpPr/>
          <p:nvPr/>
        </p:nvSpPr>
        <p:spPr>
          <a:xfrm>
            <a:off x="2743201" y="1295400"/>
            <a:ext cx="685799" cy="631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/>
              <a:t>I</a:t>
            </a:r>
            <a:endParaRPr lang="en-US" sz="4400" b="1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313113" y="1196975"/>
            <a:ext cx="3392487" cy="4899025"/>
          </a:xfrm>
          <a:prstGeom prst="rect">
            <a:avLst/>
          </a:prstGeom>
        </p:spPr>
        <p:txBody>
          <a:bodyPr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65" charset="-128"/>
                <a:cs typeface="+mn-cs"/>
              </a:rPr>
              <a:t>ndependent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65" charset="-128"/>
                <a:cs typeface="+mn-cs"/>
              </a:rPr>
              <a:t>egotiable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65" charset="-128"/>
                <a:cs typeface="+mn-cs"/>
              </a:rPr>
              <a:t>aluable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65" charset="-128"/>
                <a:cs typeface="+mn-cs"/>
              </a:rPr>
              <a:t>stimable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65" charset="-128"/>
                <a:cs typeface="+mn-cs"/>
              </a:rPr>
              <a:t>mall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65" charset="-128"/>
                <a:cs typeface="+mn-cs"/>
              </a:rPr>
              <a:t>estable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65" charset="-128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2743201" y="2079625"/>
            <a:ext cx="685799" cy="63182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N</a:t>
            </a:r>
          </a:p>
        </p:txBody>
      </p:sp>
      <p:sp>
        <p:nvSpPr>
          <p:cNvPr id="6" name="Oval 5"/>
          <p:cNvSpPr/>
          <p:nvPr/>
        </p:nvSpPr>
        <p:spPr>
          <a:xfrm>
            <a:off x="2743201" y="2863850"/>
            <a:ext cx="685799" cy="63182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/>
              <a:t>V</a:t>
            </a:r>
            <a:endParaRPr lang="en-US" sz="4400" b="1" dirty="0"/>
          </a:p>
        </p:txBody>
      </p:sp>
      <p:sp>
        <p:nvSpPr>
          <p:cNvPr id="7" name="Oval 6"/>
          <p:cNvSpPr/>
          <p:nvPr/>
        </p:nvSpPr>
        <p:spPr>
          <a:xfrm>
            <a:off x="2743201" y="3657600"/>
            <a:ext cx="685799" cy="63182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/>
              <a:t>E</a:t>
            </a:r>
            <a:endParaRPr lang="en-US" sz="4400" b="1" dirty="0"/>
          </a:p>
        </p:txBody>
      </p:sp>
      <p:sp>
        <p:nvSpPr>
          <p:cNvPr id="8" name="Oval 7"/>
          <p:cNvSpPr/>
          <p:nvPr/>
        </p:nvSpPr>
        <p:spPr>
          <a:xfrm>
            <a:off x="2743201" y="4495800"/>
            <a:ext cx="685799" cy="63182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/>
              <a:t>S</a:t>
            </a:r>
            <a:endParaRPr lang="en-US" sz="4400" b="1" dirty="0"/>
          </a:p>
        </p:txBody>
      </p:sp>
      <p:sp>
        <p:nvSpPr>
          <p:cNvPr id="9" name="Oval 8"/>
          <p:cNvSpPr/>
          <p:nvPr/>
        </p:nvSpPr>
        <p:spPr>
          <a:xfrm>
            <a:off x="2743201" y="5257800"/>
            <a:ext cx="685799" cy="63182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/>
              <a:t>T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9211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-95250" y="2296966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Responding to Change</a:t>
            </a:r>
            <a:endParaRPr lang="en-US" sz="48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4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eknowyourdreamz.com/images/storm/storm-09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" r="11271"/>
          <a:stretch/>
        </p:blipFill>
        <p:spPr bwMode="auto">
          <a:xfrm>
            <a:off x="-993422" y="-15998"/>
            <a:ext cx="10803466" cy="694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6084710" y="4020288"/>
            <a:ext cx="2968978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800" b="1" dirty="0" smtClean="0">
                <a:solidFill>
                  <a:schemeClr val="bg1"/>
                </a:solidFill>
              </a:rPr>
              <a:t>Backlog Calamities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rot="20656953">
            <a:off x="1616102" y="4353244"/>
            <a:ext cx="2212622" cy="19443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Epic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34872">
            <a:off x="3925070" y="4673600"/>
            <a:ext cx="1915647" cy="1625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Epic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21279494">
            <a:off x="3925070" y="3251200"/>
            <a:ext cx="658219" cy="13518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534872">
            <a:off x="4658848" y="3251200"/>
            <a:ext cx="1181869" cy="13518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534872">
            <a:off x="2065866" y="2810933"/>
            <a:ext cx="1783645" cy="11966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534872">
            <a:off x="3925070" y="2517421"/>
            <a:ext cx="1538752" cy="643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0435819">
            <a:off x="2607733" y="2256306"/>
            <a:ext cx="1241778" cy="475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User</a:t>
            </a:r>
            <a:r>
              <a:rPr lang="es-MX" dirty="0" smtClean="0"/>
              <a:t> </a:t>
            </a:r>
            <a:r>
              <a:rPr lang="es-MX" dirty="0" err="1" smtClean="0"/>
              <a:t>Story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 rot="534872">
            <a:off x="3925069" y="1951504"/>
            <a:ext cx="1166219" cy="475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User</a:t>
            </a:r>
            <a:r>
              <a:rPr lang="es-MX" dirty="0" smtClean="0"/>
              <a:t> </a:t>
            </a:r>
            <a:r>
              <a:rPr lang="es-MX" dirty="0" err="1" smtClean="0"/>
              <a:t>Story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 rot="534872">
            <a:off x="2607733" y="1701679"/>
            <a:ext cx="1241778" cy="475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User</a:t>
            </a:r>
            <a:r>
              <a:rPr lang="es-MX" dirty="0" smtClean="0"/>
              <a:t> </a:t>
            </a:r>
            <a:r>
              <a:rPr lang="es-MX" dirty="0" err="1" smtClean="0"/>
              <a:t>Story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2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eknowyourdreamz.com/images/storm/storm-09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" r="11271"/>
          <a:stretch/>
        </p:blipFill>
        <p:spPr bwMode="auto">
          <a:xfrm>
            <a:off x="-993422" y="-15998"/>
            <a:ext cx="10803466" cy="694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 rot="20656953">
            <a:off x="1616102" y="4353244"/>
            <a:ext cx="2212622" cy="19443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Epic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34872">
            <a:off x="3925070" y="4673600"/>
            <a:ext cx="1915647" cy="16256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Epic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21279494">
            <a:off x="3925070" y="3251200"/>
            <a:ext cx="658219" cy="13518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534872">
            <a:off x="4658848" y="3251200"/>
            <a:ext cx="1181869" cy="135184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534872">
            <a:off x="2065866" y="2810933"/>
            <a:ext cx="1783645" cy="11966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534872">
            <a:off x="3925070" y="2517421"/>
            <a:ext cx="1538752" cy="6434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0435819">
            <a:off x="2607733" y="2256306"/>
            <a:ext cx="1241778" cy="475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User</a:t>
            </a:r>
            <a:r>
              <a:rPr lang="es-MX" dirty="0" smtClean="0"/>
              <a:t> </a:t>
            </a:r>
            <a:r>
              <a:rPr lang="es-MX" dirty="0" err="1" smtClean="0"/>
              <a:t>Story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 rot="534872">
            <a:off x="3925069" y="1951504"/>
            <a:ext cx="1166219" cy="475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User</a:t>
            </a:r>
            <a:r>
              <a:rPr lang="es-MX" dirty="0" smtClean="0"/>
              <a:t> </a:t>
            </a:r>
            <a:r>
              <a:rPr lang="es-MX" dirty="0" err="1" smtClean="0"/>
              <a:t>Story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 rot="534872">
            <a:off x="2607733" y="1701679"/>
            <a:ext cx="1241778" cy="475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User</a:t>
            </a:r>
            <a:r>
              <a:rPr lang="es-MX" dirty="0" smtClean="0"/>
              <a:t> </a:t>
            </a:r>
            <a:r>
              <a:rPr lang="es-MX" dirty="0" err="1" smtClean="0"/>
              <a:t>Story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830375" y="3881743"/>
            <a:ext cx="193860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Scope</a:t>
            </a:r>
          </a:p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creep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37933" y="3628236"/>
            <a:ext cx="23823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Missing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44604" y="954771"/>
            <a:ext cx="31810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Inaccurate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043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Inaccurate Requirements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pic>
        <p:nvPicPr>
          <p:cNvPr id="4" name="Picture 2" descr="storm-01.jpg (1500×1000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8" b="1"/>
          <a:stretch/>
        </p:blipFill>
        <p:spPr bwMode="auto">
          <a:xfrm>
            <a:off x="-1" y="1571625"/>
            <a:ext cx="78105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valley-wallpaper-12.jpg (1920×1200)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3" r="16537" b="1622"/>
          <a:stretch/>
        </p:blipFill>
        <p:spPr bwMode="auto">
          <a:xfrm>
            <a:off x="4152901" y="1569531"/>
            <a:ext cx="4991100" cy="449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38150" y="2019300"/>
            <a:ext cx="2571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Many 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Gold plating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Less than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91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57" y="857240"/>
            <a:ext cx="569404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72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Missing Requirements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pic>
        <p:nvPicPr>
          <p:cNvPr id="4" name="Picture 2" descr="storm-01.jpg (1500×1000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8" b="1"/>
          <a:stretch/>
        </p:blipFill>
        <p:spPr bwMode="auto">
          <a:xfrm>
            <a:off x="-1" y="1571625"/>
            <a:ext cx="78105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valley-wallpaper-12.jpg (1920×1200)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3" r="16537" b="1622"/>
          <a:stretch/>
        </p:blipFill>
        <p:spPr bwMode="auto">
          <a:xfrm>
            <a:off x="4152901" y="1569531"/>
            <a:ext cx="4991100" cy="449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38150" y="2019300"/>
            <a:ext cx="3257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Agreements not documented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Deleted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Client forgot to mention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2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0" y="1441"/>
            <a:ext cx="9144000" cy="11959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 smtClean="0">
                <a:solidFill>
                  <a:schemeClr val="accent5"/>
                </a:solidFill>
              </a:rPr>
              <a:t>Scope Creep</a:t>
            </a:r>
            <a:endParaRPr lang="en-US" sz="4800" b="1" dirty="0">
              <a:solidFill>
                <a:schemeClr val="accent5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2887663"/>
            <a:ext cx="4133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Lots of rework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User stories appear from nowhere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More than one person creating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Saying YES to any request</a:t>
            </a:r>
          </a:p>
        </p:txBody>
      </p:sp>
      <p:pic>
        <p:nvPicPr>
          <p:cNvPr id="1026" name="Picture 2" descr="storm-01.jpg (1500×1000)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8" b="1"/>
          <a:stretch/>
        </p:blipFill>
        <p:spPr bwMode="auto">
          <a:xfrm>
            <a:off x="-1" y="1571625"/>
            <a:ext cx="78105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alley-wallpaper-12.jpg (1920×1200)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3" r="16537" b="1622"/>
          <a:stretch/>
        </p:blipFill>
        <p:spPr bwMode="auto">
          <a:xfrm>
            <a:off x="4152901" y="1569531"/>
            <a:ext cx="4991100" cy="449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38150" y="2019300"/>
            <a:ext cx="3448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Frequent new user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Existing stories increase in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Saying YES to every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45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C75A98C268EB45AD4C82924F319E77" ma:contentTypeVersion="0" ma:contentTypeDescription="Create a new document." ma:contentTypeScope="" ma:versionID="709b89e89be099331d37cdfc04cfb9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A9A884-6246-4328-9437-5B5D14A88C1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A124DF7-F2C3-4187-8C87-5CF88BD21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C70A37D-96B3-41CC-9228-9694E96DB0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547</TotalTime>
  <Words>297</Words>
  <Application>Microsoft Office PowerPoint</Application>
  <PresentationFormat>On-screen Show (4:3)</PresentationFormat>
  <Paragraphs>164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ＭＳ Ｐゴシック</vt:lpstr>
      <vt:lpstr>Arial</vt:lpstr>
      <vt:lpstr>Calibri</vt:lpstr>
      <vt:lpstr>Calibri Light</vt:lpstr>
      <vt:lpstr>Symbol</vt:lpstr>
      <vt:lpstr>Times New Roman</vt:lpstr>
      <vt:lpstr>Office Theme</vt:lpstr>
      <vt:lpstr>Scio 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Adolfo Cruz</dc:creator>
  <cp:lastModifiedBy>Jesús Magaña González</cp:lastModifiedBy>
  <cp:revision>113</cp:revision>
  <dcterms:created xsi:type="dcterms:W3CDTF">2016-02-09T19:49:22Z</dcterms:created>
  <dcterms:modified xsi:type="dcterms:W3CDTF">2017-06-26T22:47:05Z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0x010100A9C75A98C268EB45AD4C82924F319E77</vt:lpwstr>
  </property>
</Properties>
</file>