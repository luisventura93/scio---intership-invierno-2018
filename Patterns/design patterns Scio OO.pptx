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88" r:id="rId35"/>
    <p:sldId id="290" r:id="rId36"/>
    <p:sldId id="291" r:id="rId37"/>
    <p:sldId id="292" r:id="rId38"/>
    <p:sldId id="293" r:id="rId39"/>
    <p:sldId id="294" r:id="rId40"/>
    <p:sldId id="295" r:id="rId4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Miguel Alcala Suarez" userId="dafa0a377afe6a36" providerId="LiveId" clId="{7CE94E0E-A3AF-496F-9235-041B63D7C3FF}"/>
    <pc:docChg chg="undo custSel addSld modSld">
      <pc:chgData name="Juan Miguel Alcala Suarez" userId="dafa0a377afe6a36" providerId="LiveId" clId="{7CE94E0E-A3AF-496F-9235-041B63D7C3FF}" dt="2018-02-26T02:19:02.193" v="1501" actId="20577"/>
      <pc:docMkLst>
        <pc:docMk/>
      </pc:docMkLst>
      <pc:sldChg chg="modSp add">
        <pc:chgData name="Juan Miguel Alcala Suarez" userId="dafa0a377afe6a36" providerId="LiveId" clId="{7CE94E0E-A3AF-496F-9235-041B63D7C3FF}" dt="2018-02-22T03:11:47.628" v="78" actId="5793"/>
        <pc:sldMkLst>
          <pc:docMk/>
          <pc:sldMk cId="2753851360" sldId="263"/>
        </pc:sldMkLst>
        <pc:spChg chg="mod">
          <ac:chgData name="Juan Miguel Alcala Suarez" userId="dafa0a377afe6a36" providerId="LiveId" clId="{7CE94E0E-A3AF-496F-9235-041B63D7C3FF}" dt="2018-02-22T02:54:01.805" v="56" actId="20577"/>
          <ac:spMkLst>
            <pc:docMk/>
            <pc:sldMk cId="2753851360" sldId="263"/>
            <ac:spMk id="2" creationId="{570ABDB7-ACCA-4C7F-8731-2855AD964C94}"/>
          </ac:spMkLst>
        </pc:spChg>
        <pc:spChg chg="mod">
          <ac:chgData name="Juan Miguel Alcala Suarez" userId="dafa0a377afe6a36" providerId="LiveId" clId="{7CE94E0E-A3AF-496F-9235-041B63D7C3FF}" dt="2018-02-22T03:11:47.628" v="78" actId="5793"/>
          <ac:spMkLst>
            <pc:docMk/>
            <pc:sldMk cId="2753851360" sldId="263"/>
            <ac:spMk id="3" creationId="{7AEB1AA9-F299-45D2-A976-65D37B842131}"/>
          </ac:spMkLst>
        </pc:spChg>
      </pc:sldChg>
      <pc:sldChg chg="modSp add">
        <pc:chgData name="Juan Miguel Alcala Suarez" userId="dafa0a377afe6a36" providerId="LiveId" clId="{7CE94E0E-A3AF-496F-9235-041B63D7C3FF}" dt="2018-02-22T02:53:47.193" v="47" actId="20577"/>
        <pc:sldMkLst>
          <pc:docMk/>
          <pc:sldMk cId="1222070246" sldId="264"/>
        </pc:sldMkLst>
        <pc:spChg chg="mod">
          <ac:chgData name="Juan Miguel Alcala Suarez" userId="dafa0a377afe6a36" providerId="LiveId" clId="{7CE94E0E-A3AF-496F-9235-041B63D7C3FF}" dt="2018-02-22T02:53:47.193" v="47" actId="20577"/>
          <ac:spMkLst>
            <pc:docMk/>
            <pc:sldMk cId="1222070246" sldId="264"/>
            <ac:spMk id="2" creationId="{45FB681E-A2B9-4A83-B92E-EB5815A3F914}"/>
          </ac:spMkLst>
        </pc:spChg>
      </pc:sldChg>
      <pc:sldChg chg="addSp delSp modSp add">
        <pc:chgData name="Juan Miguel Alcala Suarez" userId="dafa0a377afe6a36" providerId="LiveId" clId="{7CE94E0E-A3AF-496F-9235-041B63D7C3FF}" dt="2018-02-22T03:19:19.157" v="97" actId="1076"/>
        <pc:sldMkLst>
          <pc:docMk/>
          <pc:sldMk cId="2159186083" sldId="265"/>
        </pc:sldMkLst>
        <pc:spChg chg="mod">
          <ac:chgData name="Juan Miguel Alcala Suarez" userId="dafa0a377afe6a36" providerId="LiveId" clId="{7CE94E0E-A3AF-496F-9235-041B63D7C3FF}" dt="2018-02-22T03:11:57.635" v="93" actId="20577"/>
          <ac:spMkLst>
            <pc:docMk/>
            <pc:sldMk cId="2159186083" sldId="265"/>
            <ac:spMk id="2" creationId="{86934E12-6ED0-4EDC-8B73-471C2D08D2FD}"/>
          </ac:spMkLst>
        </pc:spChg>
        <pc:spChg chg="del">
          <ac:chgData name="Juan Miguel Alcala Suarez" userId="dafa0a377afe6a36" providerId="LiveId" clId="{7CE94E0E-A3AF-496F-9235-041B63D7C3FF}" dt="2018-02-22T03:19:06.604" v="94"/>
          <ac:spMkLst>
            <pc:docMk/>
            <pc:sldMk cId="2159186083" sldId="265"/>
            <ac:spMk id="3" creationId="{8569D709-1861-4047-BAA5-364D927F4F54}"/>
          </ac:spMkLst>
        </pc:spChg>
        <pc:picChg chg="add mod">
          <ac:chgData name="Juan Miguel Alcala Suarez" userId="dafa0a377afe6a36" providerId="LiveId" clId="{7CE94E0E-A3AF-496F-9235-041B63D7C3FF}" dt="2018-02-22T03:19:19.157" v="97" actId="1076"/>
          <ac:picMkLst>
            <pc:docMk/>
            <pc:sldMk cId="2159186083" sldId="265"/>
            <ac:picMk id="4" creationId="{62F25AEC-1039-43BE-9C09-6D49608A2D6B}"/>
          </ac:picMkLst>
        </pc:picChg>
      </pc:sldChg>
      <pc:sldChg chg="modSp add">
        <pc:chgData name="Juan Miguel Alcala Suarez" userId="dafa0a377afe6a36" providerId="LiveId" clId="{7CE94E0E-A3AF-496F-9235-041B63D7C3FF}" dt="2018-02-22T03:30:20.210" v="128" actId="20577"/>
        <pc:sldMkLst>
          <pc:docMk/>
          <pc:sldMk cId="3390844993" sldId="266"/>
        </pc:sldMkLst>
        <pc:spChg chg="mod">
          <ac:chgData name="Juan Miguel Alcala Suarez" userId="dafa0a377afe6a36" providerId="LiveId" clId="{7CE94E0E-A3AF-496F-9235-041B63D7C3FF}" dt="2018-02-22T03:30:20.210" v="128" actId="20577"/>
          <ac:spMkLst>
            <pc:docMk/>
            <pc:sldMk cId="3390844993" sldId="266"/>
            <ac:spMk id="2" creationId="{3F48CDB8-7EA7-48E5-9948-9178A4CCE4AC}"/>
          </ac:spMkLst>
        </pc:spChg>
        <pc:spChg chg="mod">
          <ac:chgData name="Juan Miguel Alcala Suarez" userId="dafa0a377afe6a36" providerId="LiveId" clId="{7CE94E0E-A3AF-496F-9235-041B63D7C3FF}" dt="2018-02-22T03:30:04.460" v="109" actId="20577"/>
          <ac:spMkLst>
            <pc:docMk/>
            <pc:sldMk cId="3390844993" sldId="266"/>
            <ac:spMk id="3" creationId="{5A8AD282-1B48-4D15-94D9-128626593848}"/>
          </ac:spMkLst>
        </pc:spChg>
      </pc:sldChg>
      <pc:sldChg chg="addSp delSp modSp add">
        <pc:chgData name="Juan Miguel Alcala Suarez" userId="dafa0a377afe6a36" providerId="LiveId" clId="{7CE94E0E-A3AF-496F-9235-041B63D7C3FF}" dt="2018-02-22T03:34:56.116" v="168" actId="1076"/>
        <pc:sldMkLst>
          <pc:docMk/>
          <pc:sldMk cId="3591859882" sldId="267"/>
        </pc:sldMkLst>
        <pc:spChg chg="mod">
          <ac:chgData name="Juan Miguel Alcala Suarez" userId="dafa0a377afe6a36" providerId="LiveId" clId="{7CE94E0E-A3AF-496F-9235-041B63D7C3FF}" dt="2018-02-22T03:31:40.381" v="153" actId="20577"/>
          <ac:spMkLst>
            <pc:docMk/>
            <pc:sldMk cId="3591859882" sldId="267"/>
            <ac:spMk id="2" creationId="{1E8B26CF-A33A-4901-80EA-BBB143E21CD4}"/>
          </ac:spMkLst>
        </pc:spChg>
        <pc:spChg chg="add del mod">
          <ac:chgData name="Juan Miguel Alcala Suarez" userId="dafa0a377afe6a36" providerId="LiveId" clId="{7CE94E0E-A3AF-496F-9235-041B63D7C3FF}" dt="2018-02-22T03:33:32.912" v="159"/>
          <ac:spMkLst>
            <pc:docMk/>
            <pc:sldMk cId="3591859882" sldId="267"/>
            <ac:spMk id="3" creationId="{18F3B1E8-7122-4333-8F42-7FAFE05101C6}"/>
          </ac:spMkLst>
        </pc:spChg>
        <pc:spChg chg="add del">
          <ac:chgData name="Juan Miguel Alcala Suarez" userId="dafa0a377afe6a36" providerId="LiveId" clId="{7CE94E0E-A3AF-496F-9235-041B63D7C3FF}" dt="2018-02-22T03:33:03.613" v="155"/>
          <ac:spMkLst>
            <pc:docMk/>
            <pc:sldMk cId="3591859882" sldId="267"/>
            <ac:spMk id="4" creationId="{0ED5E8D1-DA5E-483B-AF3A-AB45A41E28E2}"/>
          </ac:spMkLst>
        </pc:spChg>
        <pc:spChg chg="add del mod">
          <ac:chgData name="Juan Miguel Alcala Suarez" userId="dafa0a377afe6a36" providerId="LiveId" clId="{7CE94E0E-A3AF-496F-9235-041B63D7C3FF}" dt="2018-02-22T03:33:36.903" v="160"/>
          <ac:spMkLst>
            <pc:docMk/>
            <pc:sldMk cId="3591859882" sldId="267"/>
            <ac:spMk id="5" creationId="{F2E728FA-32FE-43B6-8C1F-CCCAEC1DB59C}"/>
          </ac:spMkLst>
        </pc:spChg>
        <pc:spChg chg="add del mod">
          <ac:chgData name="Juan Miguel Alcala Suarez" userId="dafa0a377afe6a36" providerId="LiveId" clId="{7CE94E0E-A3AF-496F-9235-041B63D7C3FF}" dt="2018-02-22T03:33:55.436" v="161"/>
          <ac:spMkLst>
            <pc:docMk/>
            <pc:sldMk cId="3591859882" sldId="267"/>
            <ac:spMk id="6" creationId="{D7990E54-6A2F-4809-95C8-F304BB60F59B}"/>
          </ac:spMkLst>
        </pc:spChg>
        <pc:spChg chg="add mod">
          <ac:chgData name="Juan Miguel Alcala Suarez" userId="dafa0a377afe6a36" providerId="LiveId" clId="{7CE94E0E-A3AF-496F-9235-041B63D7C3FF}" dt="2018-02-22T03:34:50.272" v="167" actId="5793"/>
          <ac:spMkLst>
            <pc:docMk/>
            <pc:sldMk cId="3591859882" sldId="267"/>
            <ac:spMk id="9" creationId="{6526F283-8789-49AD-B0E3-0984D3D4D241}"/>
          </ac:spMkLst>
        </pc:spChg>
        <pc:picChg chg="add del mod">
          <ac:chgData name="Juan Miguel Alcala Suarez" userId="dafa0a377afe6a36" providerId="LiveId" clId="{7CE94E0E-A3AF-496F-9235-041B63D7C3FF}" dt="2018-02-22T03:34:00.154" v="162" actId="478"/>
          <ac:picMkLst>
            <pc:docMk/>
            <pc:sldMk cId="3591859882" sldId="267"/>
            <ac:picMk id="7" creationId="{2A04F80C-8004-4305-AC27-50C8B30E8B28}"/>
          </ac:picMkLst>
        </pc:picChg>
        <pc:picChg chg="add mod">
          <ac:chgData name="Juan Miguel Alcala Suarez" userId="dafa0a377afe6a36" providerId="LiveId" clId="{7CE94E0E-A3AF-496F-9235-041B63D7C3FF}" dt="2018-02-22T03:34:56.116" v="168" actId="1076"/>
          <ac:picMkLst>
            <pc:docMk/>
            <pc:sldMk cId="3591859882" sldId="267"/>
            <ac:picMk id="10" creationId="{606E126A-BE00-4270-8131-09157C25BB67}"/>
          </ac:picMkLst>
        </pc:picChg>
        <pc:picChg chg="add">
          <ac:chgData name="Juan Miguel Alcala Suarez" userId="dafa0a377afe6a36" providerId="LiveId" clId="{7CE94E0E-A3AF-496F-9235-041B63D7C3FF}" dt="2018-02-22T03:33:36.903" v="160"/>
          <ac:picMkLst>
            <pc:docMk/>
            <pc:sldMk cId="3591859882" sldId="267"/>
            <ac:picMk id="1027" creationId="{0A26AB82-51EF-4C67-9872-ED605E096D1D}"/>
          </ac:picMkLst>
        </pc:picChg>
      </pc:sldChg>
      <pc:sldChg chg="addSp delSp modSp add">
        <pc:chgData name="Juan Miguel Alcala Suarez" userId="dafa0a377afe6a36" providerId="LiveId" clId="{7CE94E0E-A3AF-496F-9235-041B63D7C3FF}" dt="2018-02-22T03:39:24.887" v="197" actId="15"/>
        <pc:sldMkLst>
          <pc:docMk/>
          <pc:sldMk cId="2900928810" sldId="268"/>
        </pc:sldMkLst>
        <pc:spChg chg="mod">
          <ac:chgData name="Juan Miguel Alcala Suarez" userId="dafa0a377afe6a36" providerId="LiveId" clId="{7CE94E0E-A3AF-496F-9235-041B63D7C3FF}" dt="2018-02-22T03:35:42.781" v="184" actId="20577"/>
          <ac:spMkLst>
            <pc:docMk/>
            <pc:sldMk cId="2900928810" sldId="268"/>
            <ac:spMk id="2" creationId="{EB41B8E7-FD7F-49CD-9890-F3EA6D52439B}"/>
          </ac:spMkLst>
        </pc:spChg>
        <pc:spChg chg="del">
          <ac:chgData name="Juan Miguel Alcala Suarez" userId="dafa0a377afe6a36" providerId="LiveId" clId="{7CE94E0E-A3AF-496F-9235-041B63D7C3FF}" dt="2018-02-22T03:37:14.732" v="185"/>
          <ac:spMkLst>
            <pc:docMk/>
            <pc:sldMk cId="2900928810" sldId="268"/>
            <ac:spMk id="3" creationId="{CAF2CCCC-3334-4179-81BD-0C02B2EBAEAB}"/>
          </ac:spMkLst>
        </pc:spChg>
        <pc:spChg chg="del">
          <ac:chgData name="Juan Miguel Alcala Suarez" userId="dafa0a377afe6a36" providerId="LiveId" clId="{7CE94E0E-A3AF-496F-9235-041B63D7C3FF}" dt="2018-02-22T03:37:14.732" v="185"/>
          <ac:spMkLst>
            <pc:docMk/>
            <pc:sldMk cId="2900928810" sldId="268"/>
            <ac:spMk id="4" creationId="{B3AC8D34-8BA7-4A1F-90BE-78854D43B9B9}"/>
          </ac:spMkLst>
        </pc:spChg>
        <pc:spChg chg="add mod">
          <ac:chgData name="Juan Miguel Alcala Suarez" userId="dafa0a377afe6a36" providerId="LiveId" clId="{7CE94E0E-A3AF-496F-9235-041B63D7C3FF}" dt="2018-02-22T03:39:24.887" v="197" actId="15"/>
          <ac:spMkLst>
            <pc:docMk/>
            <pc:sldMk cId="2900928810" sldId="268"/>
            <ac:spMk id="5" creationId="{C4E8478E-71E3-407A-BD7C-B80425EEFBF6}"/>
          </ac:spMkLst>
        </pc:spChg>
      </pc:sldChg>
      <pc:sldChg chg="addSp delSp modSp add">
        <pc:chgData name="Juan Miguel Alcala Suarez" userId="dafa0a377afe6a36" providerId="LiveId" clId="{7CE94E0E-A3AF-496F-9235-041B63D7C3FF}" dt="2018-02-22T03:42:49.221" v="227" actId="1076"/>
        <pc:sldMkLst>
          <pc:docMk/>
          <pc:sldMk cId="1641770258" sldId="269"/>
        </pc:sldMkLst>
        <pc:spChg chg="mod">
          <ac:chgData name="Juan Miguel Alcala Suarez" userId="dafa0a377afe6a36" providerId="LiveId" clId="{7CE94E0E-A3AF-496F-9235-041B63D7C3FF}" dt="2018-02-22T03:39:57.916" v="222" actId="20577"/>
          <ac:spMkLst>
            <pc:docMk/>
            <pc:sldMk cId="1641770258" sldId="269"/>
            <ac:spMk id="2" creationId="{FD160588-455B-4D2F-A730-FD67B6098BA4}"/>
          </ac:spMkLst>
        </pc:spChg>
        <pc:spChg chg="del">
          <ac:chgData name="Juan Miguel Alcala Suarez" userId="dafa0a377afe6a36" providerId="LiveId" clId="{7CE94E0E-A3AF-496F-9235-041B63D7C3FF}" dt="2018-02-22T03:42:34.130" v="223"/>
          <ac:spMkLst>
            <pc:docMk/>
            <pc:sldMk cId="1641770258" sldId="269"/>
            <ac:spMk id="3" creationId="{B765E70E-C995-431F-8056-6C880FADA395}"/>
          </ac:spMkLst>
        </pc:spChg>
        <pc:picChg chg="add mod">
          <ac:chgData name="Juan Miguel Alcala Suarez" userId="dafa0a377afe6a36" providerId="LiveId" clId="{7CE94E0E-A3AF-496F-9235-041B63D7C3FF}" dt="2018-02-22T03:42:49.221" v="227" actId="1076"/>
          <ac:picMkLst>
            <pc:docMk/>
            <pc:sldMk cId="1641770258" sldId="269"/>
            <ac:picMk id="4" creationId="{92865BA4-F43B-4BD0-9982-853449B2F9CE}"/>
          </ac:picMkLst>
        </pc:picChg>
      </pc:sldChg>
      <pc:sldChg chg="modSp add">
        <pc:chgData name="Juan Miguel Alcala Suarez" userId="dafa0a377afe6a36" providerId="LiveId" clId="{7CE94E0E-A3AF-496F-9235-041B63D7C3FF}" dt="2018-02-22T03:50:22.937" v="263"/>
        <pc:sldMkLst>
          <pc:docMk/>
          <pc:sldMk cId="3051752852" sldId="270"/>
        </pc:sldMkLst>
        <pc:spChg chg="mod">
          <ac:chgData name="Juan Miguel Alcala Suarez" userId="dafa0a377afe6a36" providerId="LiveId" clId="{7CE94E0E-A3AF-496F-9235-041B63D7C3FF}" dt="2018-02-22T03:44:40.298" v="252" actId="20577"/>
          <ac:spMkLst>
            <pc:docMk/>
            <pc:sldMk cId="3051752852" sldId="270"/>
            <ac:spMk id="2" creationId="{C7D4FF20-AFF3-487E-92EB-83CCD280AC4D}"/>
          </ac:spMkLst>
        </pc:spChg>
        <pc:spChg chg="mod">
          <ac:chgData name="Juan Miguel Alcala Suarez" userId="dafa0a377afe6a36" providerId="LiveId" clId="{7CE94E0E-A3AF-496F-9235-041B63D7C3FF}" dt="2018-02-22T03:50:22.937" v="263"/>
          <ac:spMkLst>
            <pc:docMk/>
            <pc:sldMk cId="3051752852" sldId="270"/>
            <ac:spMk id="3" creationId="{3B13E49A-907E-4EC6-B586-285435B41CD4}"/>
          </ac:spMkLst>
        </pc:spChg>
      </pc:sldChg>
      <pc:sldChg chg="addSp delSp modSp add">
        <pc:chgData name="Juan Miguel Alcala Suarez" userId="dafa0a377afe6a36" providerId="LiveId" clId="{7CE94E0E-A3AF-496F-9235-041B63D7C3FF}" dt="2018-02-22T03:51:35.504" v="313" actId="1076"/>
        <pc:sldMkLst>
          <pc:docMk/>
          <pc:sldMk cId="1738616961" sldId="271"/>
        </pc:sldMkLst>
        <pc:spChg chg="mod">
          <ac:chgData name="Juan Miguel Alcala Suarez" userId="dafa0a377afe6a36" providerId="LiveId" clId="{7CE94E0E-A3AF-496F-9235-041B63D7C3FF}" dt="2018-02-22T03:50:49.228" v="307" actId="20577"/>
          <ac:spMkLst>
            <pc:docMk/>
            <pc:sldMk cId="1738616961" sldId="271"/>
            <ac:spMk id="2" creationId="{7F5CA870-8C22-4732-847C-CA2793B2F653}"/>
          </ac:spMkLst>
        </pc:spChg>
        <pc:spChg chg="del mod">
          <ac:chgData name="Juan Miguel Alcala Suarez" userId="dafa0a377afe6a36" providerId="LiveId" clId="{7CE94E0E-A3AF-496F-9235-041B63D7C3FF}" dt="2018-02-22T03:51:21.154" v="309"/>
          <ac:spMkLst>
            <pc:docMk/>
            <pc:sldMk cId="1738616961" sldId="271"/>
            <ac:spMk id="3" creationId="{FEC38FB1-2676-4543-BEF7-1D14FEED2AA3}"/>
          </ac:spMkLst>
        </pc:spChg>
        <pc:picChg chg="add mod">
          <ac:chgData name="Juan Miguel Alcala Suarez" userId="dafa0a377afe6a36" providerId="LiveId" clId="{7CE94E0E-A3AF-496F-9235-041B63D7C3FF}" dt="2018-02-22T03:51:35.504" v="313" actId="1076"/>
          <ac:picMkLst>
            <pc:docMk/>
            <pc:sldMk cId="1738616961" sldId="271"/>
            <ac:picMk id="4" creationId="{B0C84305-944F-4565-8885-1771D3B8973F}"/>
          </ac:picMkLst>
        </pc:picChg>
      </pc:sldChg>
      <pc:sldChg chg="modSp add">
        <pc:chgData name="Juan Miguel Alcala Suarez" userId="dafa0a377afe6a36" providerId="LiveId" clId="{7CE94E0E-A3AF-496F-9235-041B63D7C3FF}" dt="2018-02-22T04:02:10.949" v="335" actId="20577"/>
        <pc:sldMkLst>
          <pc:docMk/>
          <pc:sldMk cId="1738463735" sldId="272"/>
        </pc:sldMkLst>
        <pc:spChg chg="mod">
          <ac:chgData name="Juan Miguel Alcala Suarez" userId="dafa0a377afe6a36" providerId="LiveId" clId="{7CE94E0E-A3AF-496F-9235-041B63D7C3FF}" dt="2018-02-22T03:51:54.951" v="331" actId="20577"/>
          <ac:spMkLst>
            <pc:docMk/>
            <pc:sldMk cId="1738463735" sldId="272"/>
            <ac:spMk id="2" creationId="{2214F08F-FDB5-4EBD-B12C-6D36F5547BAF}"/>
          </ac:spMkLst>
        </pc:spChg>
        <pc:spChg chg="mod">
          <ac:chgData name="Juan Miguel Alcala Suarez" userId="dafa0a377afe6a36" providerId="LiveId" clId="{7CE94E0E-A3AF-496F-9235-041B63D7C3FF}" dt="2018-02-22T04:02:10.949" v="335" actId="20577"/>
          <ac:spMkLst>
            <pc:docMk/>
            <pc:sldMk cId="1738463735" sldId="272"/>
            <ac:spMk id="3" creationId="{87A07FF8-E40A-4B09-BA94-CFD1FF89FBCF}"/>
          </ac:spMkLst>
        </pc:spChg>
      </pc:sldChg>
      <pc:sldChg chg="addSp delSp modSp add">
        <pc:chgData name="Juan Miguel Alcala Suarez" userId="dafa0a377afe6a36" providerId="LiveId" clId="{7CE94E0E-A3AF-496F-9235-041B63D7C3FF}" dt="2018-02-22T04:05:37.168" v="382" actId="115"/>
        <pc:sldMkLst>
          <pc:docMk/>
          <pc:sldMk cId="3214538861" sldId="273"/>
        </pc:sldMkLst>
        <pc:spChg chg="mod">
          <ac:chgData name="Juan Miguel Alcala Suarez" userId="dafa0a377afe6a36" providerId="LiveId" clId="{7CE94E0E-A3AF-496F-9235-041B63D7C3FF}" dt="2018-02-22T04:05:37.168" v="382" actId="115"/>
          <ac:spMkLst>
            <pc:docMk/>
            <pc:sldMk cId="3214538861" sldId="273"/>
            <ac:spMk id="2" creationId="{E5A8035E-601F-4F86-93F6-A02B8B42A550}"/>
          </ac:spMkLst>
        </pc:spChg>
        <pc:spChg chg="add del">
          <ac:chgData name="Juan Miguel Alcala Suarez" userId="dafa0a377afe6a36" providerId="LiveId" clId="{7CE94E0E-A3AF-496F-9235-041B63D7C3FF}" dt="2018-02-22T04:05:27.021" v="378"/>
          <ac:spMkLst>
            <pc:docMk/>
            <pc:sldMk cId="3214538861" sldId="273"/>
            <ac:spMk id="3" creationId="{0CFD2A1C-2AC2-4A23-ACE3-FC53FE22E663}"/>
          </ac:spMkLst>
        </pc:spChg>
        <pc:spChg chg="add del mod">
          <ac:chgData name="Juan Miguel Alcala Suarez" userId="dafa0a377afe6a36" providerId="LiveId" clId="{7CE94E0E-A3AF-496F-9235-041B63D7C3FF}" dt="2018-02-22T04:05:27.021" v="378"/>
          <ac:spMkLst>
            <pc:docMk/>
            <pc:sldMk cId="3214538861" sldId="273"/>
            <ac:spMk id="5" creationId="{537C328B-3D69-4E81-8A38-D39F0260C22F}"/>
          </ac:spMkLst>
        </pc:spChg>
        <pc:spChg chg="add del mod">
          <ac:chgData name="Juan Miguel Alcala Suarez" userId="dafa0a377afe6a36" providerId="LiveId" clId="{7CE94E0E-A3AF-496F-9235-041B63D7C3FF}" dt="2018-02-22T04:05:27.021" v="378"/>
          <ac:spMkLst>
            <pc:docMk/>
            <pc:sldMk cId="3214538861" sldId="273"/>
            <ac:spMk id="6" creationId="{20C696D4-CB57-4AC3-88F0-07EDC692B56E}"/>
          </ac:spMkLst>
        </pc:spChg>
        <pc:picChg chg="add del mod">
          <ac:chgData name="Juan Miguel Alcala Suarez" userId="dafa0a377afe6a36" providerId="LiveId" clId="{7CE94E0E-A3AF-496F-9235-041B63D7C3FF}" dt="2018-02-22T04:04:39.744" v="372"/>
          <ac:picMkLst>
            <pc:docMk/>
            <pc:sldMk cId="3214538861" sldId="273"/>
            <ac:picMk id="4" creationId="{5752652F-63A0-4573-84A4-73D72A45B5CC}"/>
          </ac:picMkLst>
        </pc:picChg>
        <pc:picChg chg="add del mod">
          <ac:chgData name="Juan Miguel Alcala Suarez" userId="dafa0a377afe6a36" providerId="LiveId" clId="{7CE94E0E-A3AF-496F-9235-041B63D7C3FF}" dt="2018-02-22T04:05:26.445" v="377"/>
          <ac:picMkLst>
            <pc:docMk/>
            <pc:sldMk cId="3214538861" sldId="273"/>
            <ac:picMk id="7" creationId="{FF95BEDC-4169-4ECD-9792-4CA0FEE0655A}"/>
          </ac:picMkLst>
        </pc:picChg>
        <pc:picChg chg="add mod">
          <ac:chgData name="Juan Miguel Alcala Suarez" userId="dafa0a377afe6a36" providerId="LiveId" clId="{7CE94E0E-A3AF-496F-9235-041B63D7C3FF}" dt="2018-02-22T04:05:35.033" v="381" actId="1076"/>
          <ac:picMkLst>
            <pc:docMk/>
            <pc:sldMk cId="3214538861" sldId="273"/>
            <ac:picMk id="8" creationId="{01DD270C-15DC-4161-9848-517B2400AE3E}"/>
          </ac:picMkLst>
        </pc:picChg>
      </pc:sldChg>
      <pc:sldChg chg="addSp delSp modSp add">
        <pc:chgData name="Juan Miguel Alcala Suarez" userId="dafa0a377afe6a36" providerId="LiveId" clId="{7CE94E0E-A3AF-496F-9235-041B63D7C3FF}" dt="2018-02-22T04:06:32.677" v="418" actId="20577"/>
        <pc:sldMkLst>
          <pc:docMk/>
          <pc:sldMk cId="287015300" sldId="274"/>
        </pc:sldMkLst>
        <pc:spChg chg="del">
          <ac:chgData name="Juan Miguel Alcala Suarez" userId="dafa0a377afe6a36" providerId="LiveId" clId="{7CE94E0E-A3AF-496F-9235-041B63D7C3FF}" dt="2018-02-22T04:06:12.523" v="384"/>
          <ac:spMkLst>
            <pc:docMk/>
            <pc:sldMk cId="287015300" sldId="274"/>
            <ac:spMk id="2" creationId="{997886DC-2824-47CD-BDD5-487CE588F0C2}"/>
          </ac:spMkLst>
        </pc:spChg>
        <pc:spChg chg="del">
          <ac:chgData name="Juan Miguel Alcala Suarez" userId="dafa0a377afe6a36" providerId="LiveId" clId="{7CE94E0E-A3AF-496F-9235-041B63D7C3FF}" dt="2018-02-22T04:06:12.523" v="384"/>
          <ac:spMkLst>
            <pc:docMk/>
            <pc:sldMk cId="287015300" sldId="274"/>
            <ac:spMk id="3" creationId="{A9D28CD8-FC03-4C56-8E39-A0B28347C90C}"/>
          </ac:spMkLst>
        </pc:spChg>
        <pc:spChg chg="add del mod">
          <ac:chgData name="Juan Miguel Alcala Suarez" userId="dafa0a377afe6a36" providerId="LiveId" clId="{7CE94E0E-A3AF-496F-9235-041B63D7C3FF}" dt="2018-02-22T04:06:22.737" v="385"/>
          <ac:spMkLst>
            <pc:docMk/>
            <pc:sldMk cId="287015300" sldId="274"/>
            <ac:spMk id="4" creationId="{781CDD9B-BE8B-473C-81BA-F980A0554152}"/>
          </ac:spMkLst>
        </pc:spChg>
        <pc:spChg chg="add del mod">
          <ac:chgData name="Juan Miguel Alcala Suarez" userId="dafa0a377afe6a36" providerId="LiveId" clId="{7CE94E0E-A3AF-496F-9235-041B63D7C3FF}" dt="2018-02-22T04:06:22.737" v="385"/>
          <ac:spMkLst>
            <pc:docMk/>
            <pc:sldMk cId="287015300" sldId="274"/>
            <ac:spMk id="5" creationId="{6971AA5D-24AB-49FC-A55C-80924063D0EB}"/>
          </ac:spMkLst>
        </pc:spChg>
        <pc:spChg chg="add mod">
          <ac:chgData name="Juan Miguel Alcala Suarez" userId="dafa0a377afe6a36" providerId="LiveId" clId="{7CE94E0E-A3AF-496F-9235-041B63D7C3FF}" dt="2018-02-22T04:06:32.677" v="418" actId="20577"/>
          <ac:spMkLst>
            <pc:docMk/>
            <pc:sldMk cId="287015300" sldId="274"/>
            <ac:spMk id="6" creationId="{20CB9CF1-CB61-408D-83C6-9C7140295BEF}"/>
          </ac:spMkLst>
        </pc:spChg>
        <pc:spChg chg="add mod">
          <ac:chgData name="Juan Miguel Alcala Suarez" userId="dafa0a377afe6a36" providerId="LiveId" clId="{7CE94E0E-A3AF-496F-9235-041B63D7C3FF}" dt="2018-02-22T04:06:22.737" v="385"/>
          <ac:spMkLst>
            <pc:docMk/>
            <pc:sldMk cId="287015300" sldId="274"/>
            <ac:spMk id="7" creationId="{E4FF9A03-AA6E-4F95-A274-CC34999F29DA}"/>
          </ac:spMkLst>
        </pc:spChg>
      </pc:sldChg>
      <pc:sldChg chg="modSp add">
        <pc:chgData name="Juan Miguel Alcala Suarez" userId="dafa0a377afe6a36" providerId="LiveId" clId="{7CE94E0E-A3AF-496F-9235-041B63D7C3FF}" dt="2018-02-22T04:15:22.147" v="445" actId="20577"/>
        <pc:sldMkLst>
          <pc:docMk/>
          <pc:sldMk cId="3844615315" sldId="275"/>
        </pc:sldMkLst>
        <pc:spChg chg="mod">
          <ac:chgData name="Juan Miguel Alcala Suarez" userId="dafa0a377afe6a36" providerId="LiveId" clId="{7CE94E0E-A3AF-496F-9235-041B63D7C3FF}" dt="2018-02-22T04:06:58.468" v="434" actId="20577"/>
          <ac:spMkLst>
            <pc:docMk/>
            <pc:sldMk cId="3844615315" sldId="275"/>
            <ac:spMk id="2" creationId="{25A8E653-8824-4D7D-95B7-D131E5C9521D}"/>
          </ac:spMkLst>
        </pc:spChg>
        <pc:spChg chg="mod">
          <ac:chgData name="Juan Miguel Alcala Suarez" userId="dafa0a377afe6a36" providerId="LiveId" clId="{7CE94E0E-A3AF-496F-9235-041B63D7C3FF}" dt="2018-02-22T04:15:22.147" v="445" actId="20577"/>
          <ac:spMkLst>
            <pc:docMk/>
            <pc:sldMk cId="3844615315" sldId="275"/>
            <ac:spMk id="3" creationId="{0D198E8B-D544-4856-A37A-5CA7B8AB06D6}"/>
          </ac:spMkLst>
        </pc:spChg>
      </pc:sldChg>
      <pc:sldChg chg="addSp delSp modSp add">
        <pc:chgData name="Juan Miguel Alcala Suarez" userId="dafa0a377afe6a36" providerId="LiveId" clId="{7CE94E0E-A3AF-496F-9235-041B63D7C3FF}" dt="2018-02-22T04:16:47.328" v="476" actId="1076"/>
        <pc:sldMkLst>
          <pc:docMk/>
          <pc:sldMk cId="817393818" sldId="276"/>
        </pc:sldMkLst>
        <pc:spChg chg="mod">
          <ac:chgData name="Juan Miguel Alcala Suarez" userId="dafa0a377afe6a36" providerId="LiveId" clId="{7CE94E0E-A3AF-496F-9235-041B63D7C3FF}" dt="2018-02-22T04:15:38.059" v="470" actId="20577"/>
          <ac:spMkLst>
            <pc:docMk/>
            <pc:sldMk cId="817393818" sldId="276"/>
            <ac:spMk id="2" creationId="{CBDA8C98-2CD0-496F-BB75-BBD408949426}"/>
          </ac:spMkLst>
        </pc:spChg>
        <pc:spChg chg="del">
          <ac:chgData name="Juan Miguel Alcala Suarez" userId="dafa0a377afe6a36" providerId="LiveId" clId="{7CE94E0E-A3AF-496F-9235-041B63D7C3FF}" dt="2018-02-22T04:16:31.869" v="471"/>
          <ac:spMkLst>
            <pc:docMk/>
            <pc:sldMk cId="817393818" sldId="276"/>
            <ac:spMk id="3" creationId="{A1E6A91B-A4DC-4C2C-8EBF-601A40950496}"/>
          </ac:spMkLst>
        </pc:spChg>
        <pc:picChg chg="add mod">
          <ac:chgData name="Juan Miguel Alcala Suarez" userId="dafa0a377afe6a36" providerId="LiveId" clId="{7CE94E0E-A3AF-496F-9235-041B63D7C3FF}" dt="2018-02-22T04:16:47.328" v="476" actId="1076"/>
          <ac:picMkLst>
            <pc:docMk/>
            <pc:sldMk cId="817393818" sldId="276"/>
            <ac:picMk id="4" creationId="{13468F6B-9F73-452F-AF62-BB831D0B226F}"/>
          </ac:picMkLst>
        </pc:picChg>
      </pc:sldChg>
      <pc:sldChg chg="modSp add">
        <pc:chgData name="Juan Miguel Alcala Suarez" userId="dafa0a377afe6a36" providerId="LiveId" clId="{7CE94E0E-A3AF-496F-9235-041B63D7C3FF}" dt="2018-02-22T04:46:05.511" v="533" actId="20577"/>
        <pc:sldMkLst>
          <pc:docMk/>
          <pc:sldMk cId="2119548910" sldId="277"/>
        </pc:sldMkLst>
        <pc:spChg chg="mod">
          <ac:chgData name="Juan Miguel Alcala Suarez" userId="dafa0a377afe6a36" providerId="LiveId" clId="{7CE94E0E-A3AF-496F-9235-041B63D7C3FF}" dt="2018-02-22T04:18:09.306" v="493" actId="20577"/>
          <ac:spMkLst>
            <pc:docMk/>
            <pc:sldMk cId="2119548910" sldId="277"/>
            <ac:spMk id="2" creationId="{A0109E45-2C0F-40D4-8677-5A68FAACC103}"/>
          </ac:spMkLst>
        </pc:spChg>
        <pc:spChg chg="mod">
          <ac:chgData name="Juan Miguel Alcala Suarez" userId="dafa0a377afe6a36" providerId="LiveId" clId="{7CE94E0E-A3AF-496F-9235-041B63D7C3FF}" dt="2018-02-22T04:46:05.511" v="533" actId="20577"/>
          <ac:spMkLst>
            <pc:docMk/>
            <pc:sldMk cId="2119548910" sldId="277"/>
            <ac:spMk id="3" creationId="{94F4646F-1DFB-46DB-A221-93C6DB5203C6}"/>
          </ac:spMkLst>
        </pc:spChg>
      </pc:sldChg>
      <pc:sldChg chg="addSp modSp add">
        <pc:chgData name="Juan Miguel Alcala Suarez" userId="dafa0a377afe6a36" providerId="LiveId" clId="{7CE94E0E-A3AF-496F-9235-041B63D7C3FF}" dt="2018-02-22T04:50:16.209" v="595" actId="1076"/>
        <pc:sldMkLst>
          <pc:docMk/>
          <pc:sldMk cId="3847790655" sldId="278"/>
        </pc:sldMkLst>
        <pc:spChg chg="mod">
          <ac:chgData name="Juan Miguel Alcala Suarez" userId="dafa0a377afe6a36" providerId="LiveId" clId="{7CE94E0E-A3AF-496F-9235-041B63D7C3FF}" dt="2018-02-22T04:46:19.149" v="555" actId="20577"/>
          <ac:spMkLst>
            <pc:docMk/>
            <pc:sldMk cId="3847790655" sldId="278"/>
            <ac:spMk id="2" creationId="{7FA4633B-5F37-4E31-A293-56CED7C6CE13}"/>
          </ac:spMkLst>
        </pc:spChg>
        <pc:spChg chg="mod">
          <ac:chgData name="Juan Miguel Alcala Suarez" userId="dafa0a377afe6a36" providerId="LiveId" clId="{7CE94E0E-A3AF-496F-9235-041B63D7C3FF}" dt="2018-02-22T04:48:18.794" v="591" actId="115"/>
          <ac:spMkLst>
            <pc:docMk/>
            <pc:sldMk cId="3847790655" sldId="278"/>
            <ac:spMk id="3" creationId="{002BBD64-D2D1-40FB-9EB9-2AF271612707}"/>
          </ac:spMkLst>
        </pc:spChg>
        <pc:picChg chg="add mod">
          <ac:chgData name="Juan Miguel Alcala Suarez" userId="dafa0a377afe6a36" providerId="LiveId" clId="{7CE94E0E-A3AF-496F-9235-041B63D7C3FF}" dt="2018-02-22T04:50:16.209" v="595" actId="1076"/>
          <ac:picMkLst>
            <pc:docMk/>
            <pc:sldMk cId="3847790655" sldId="278"/>
            <ac:picMk id="4" creationId="{63D48E62-CC1D-4D3B-ACA6-11FF348F9F9B}"/>
          </ac:picMkLst>
        </pc:picChg>
      </pc:sldChg>
      <pc:sldChg chg="modSp add">
        <pc:chgData name="Juan Miguel Alcala Suarez" userId="dafa0a377afe6a36" providerId="LiveId" clId="{7CE94E0E-A3AF-496F-9235-041B63D7C3FF}" dt="2018-02-22T04:58:09.981" v="619" actId="20577"/>
        <pc:sldMkLst>
          <pc:docMk/>
          <pc:sldMk cId="1814294369" sldId="279"/>
        </pc:sldMkLst>
        <pc:spChg chg="mod">
          <ac:chgData name="Juan Miguel Alcala Suarez" userId="dafa0a377afe6a36" providerId="LiveId" clId="{7CE94E0E-A3AF-496F-9235-041B63D7C3FF}" dt="2018-02-22T04:50:54.450" v="615" actId="20577"/>
          <ac:spMkLst>
            <pc:docMk/>
            <pc:sldMk cId="1814294369" sldId="279"/>
            <ac:spMk id="2" creationId="{767E64DB-CA3C-4AED-8EBC-769F4CC6467D}"/>
          </ac:spMkLst>
        </pc:spChg>
        <pc:spChg chg="mod">
          <ac:chgData name="Juan Miguel Alcala Suarez" userId="dafa0a377afe6a36" providerId="LiveId" clId="{7CE94E0E-A3AF-496F-9235-041B63D7C3FF}" dt="2018-02-22T04:58:09.981" v="619" actId="20577"/>
          <ac:spMkLst>
            <pc:docMk/>
            <pc:sldMk cId="1814294369" sldId="279"/>
            <ac:spMk id="3" creationId="{5CF09586-6F4F-45A5-93C6-015659A88272}"/>
          </ac:spMkLst>
        </pc:spChg>
      </pc:sldChg>
      <pc:sldChg chg="addSp delSp modSp add">
        <pc:chgData name="Juan Miguel Alcala Suarez" userId="dafa0a377afe6a36" providerId="LiveId" clId="{7CE94E0E-A3AF-496F-9235-041B63D7C3FF}" dt="2018-02-22T05:09:47.304" v="634"/>
        <pc:sldMkLst>
          <pc:docMk/>
          <pc:sldMk cId="3341873511" sldId="280"/>
        </pc:sldMkLst>
        <pc:spChg chg="mod">
          <ac:chgData name="Juan Miguel Alcala Suarez" userId="dafa0a377afe6a36" providerId="LiveId" clId="{7CE94E0E-A3AF-496F-9235-041B63D7C3FF}" dt="2018-02-22T05:09:02.679" v="631" actId="20577"/>
          <ac:spMkLst>
            <pc:docMk/>
            <pc:sldMk cId="3341873511" sldId="280"/>
            <ac:spMk id="2" creationId="{B50EE474-FDA4-4EE9-970A-E13C54969C30}"/>
          </ac:spMkLst>
        </pc:spChg>
        <pc:spChg chg="del">
          <ac:chgData name="Juan Miguel Alcala Suarez" userId="dafa0a377afe6a36" providerId="LiveId" clId="{7CE94E0E-A3AF-496F-9235-041B63D7C3FF}" dt="2018-02-22T05:00:18.352" v="621"/>
          <ac:spMkLst>
            <pc:docMk/>
            <pc:sldMk cId="3341873511" sldId="280"/>
            <ac:spMk id="3" creationId="{092E7B26-1199-4842-8AFB-FD6A019AA8EF}"/>
          </ac:spMkLst>
        </pc:spChg>
        <pc:spChg chg="add del mod">
          <ac:chgData name="Juan Miguel Alcala Suarez" userId="dafa0a377afe6a36" providerId="LiveId" clId="{7CE94E0E-A3AF-496F-9235-041B63D7C3FF}" dt="2018-02-22T05:09:47.304" v="634"/>
          <ac:spMkLst>
            <pc:docMk/>
            <pc:sldMk cId="3341873511" sldId="280"/>
            <ac:spMk id="5" creationId="{B7728F09-EB6E-4C4E-AFFD-D1A2429E6A5D}"/>
          </ac:spMkLst>
        </pc:spChg>
        <pc:picChg chg="add mod">
          <ac:chgData name="Juan Miguel Alcala Suarez" userId="dafa0a377afe6a36" providerId="LiveId" clId="{7CE94E0E-A3AF-496F-9235-041B63D7C3FF}" dt="2018-02-22T05:09:10.375" v="632" actId="14100"/>
          <ac:picMkLst>
            <pc:docMk/>
            <pc:sldMk cId="3341873511" sldId="280"/>
            <ac:picMk id="4" creationId="{F0A3AD78-0B44-4963-BE2F-2B9DA60FA59E}"/>
          </ac:picMkLst>
        </pc:picChg>
        <pc:picChg chg="add mod">
          <ac:chgData name="Juan Miguel Alcala Suarez" userId="dafa0a377afe6a36" providerId="LiveId" clId="{7CE94E0E-A3AF-496F-9235-041B63D7C3FF}" dt="2018-02-22T05:09:47.304" v="634"/>
          <ac:picMkLst>
            <pc:docMk/>
            <pc:sldMk cId="3341873511" sldId="280"/>
            <ac:picMk id="6" creationId="{CBA0DC9E-EF20-410B-9D49-6BA29C7BCD34}"/>
          </ac:picMkLst>
        </pc:picChg>
      </pc:sldChg>
      <pc:sldChg chg="addSp delSp modSp add">
        <pc:chgData name="Juan Miguel Alcala Suarez" userId="dafa0a377afe6a36" providerId="LiveId" clId="{7CE94E0E-A3AF-496F-9235-041B63D7C3FF}" dt="2018-02-24T21:12:04.487" v="765" actId="20577"/>
        <pc:sldMkLst>
          <pc:docMk/>
          <pc:sldMk cId="1138655794" sldId="281"/>
        </pc:sldMkLst>
        <pc:spChg chg="mod">
          <ac:chgData name="Juan Miguel Alcala Suarez" userId="dafa0a377afe6a36" providerId="LiveId" clId="{7CE94E0E-A3AF-496F-9235-041B63D7C3FF}" dt="2018-02-22T05:10:34.714" v="652" actId="20577"/>
          <ac:spMkLst>
            <pc:docMk/>
            <pc:sldMk cId="1138655794" sldId="281"/>
            <ac:spMk id="2" creationId="{A59117EB-2692-42C1-9F9B-9BB4D6DD9320}"/>
          </ac:spMkLst>
        </pc:spChg>
        <pc:spChg chg="del">
          <ac:chgData name="Juan Miguel Alcala Suarez" userId="dafa0a377afe6a36" providerId="LiveId" clId="{7CE94E0E-A3AF-496F-9235-041B63D7C3FF}" dt="2018-02-22T05:10:41.373" v="653"/>
          <ac:spMkLst>
            <pc:docMk/>
            <pc:sldMk cId="1138655794" sldId="281"/>
            <ac:spMk id="3" creationId="{9E23B982-B795-46B2-92C1-76024F6761A3}"/>
          </ac:spMkLst>
        </pc:spChg>
        <pc:spChg chg="del">
          <ac:chgData name="Juan Miguel Alcala Suarez" userId="dafa0a377afe6a36" providerId="LiveId" clId="{7CE94E0E-A3AF-496F-9235-041B63D7C3FF}" dt="2018-02-22T05:10:41.373" v="653"/>
          <ac:spMkLst>
            <pc:docMk/>
            <pc:sldMk cId="1138655794" sldId="281"/>
            <ac:spMk id="4" creationId="{B7A90D90-CD1F-4971-A582-084FD5618DF2}"/>
          </ac:spMkLst>
        </pc:spChg>
        <pc:spChg chg="add mod">
          <ac:chgData name="Juan Miguel Alcala Suarez" userId="dafa0a377afe6a36" providerId="LiveId" clId="{7CE94E0E-A3AF-496F-9235-041B63D7C3FF}" dt="2018-02-24T21:12:04.487" v="765" actId="20577"/>
          <ac:spMkLst>
            <pc:docMk/>
            <pc:sldMk cId="1138655794" sldId="281"/>
            <ac:spMk id="5" creationId="{591906E7-7B2D-43DA-A27E-B42369688A66}"/>
          </ac:spMkLst>
        </pc:spChg>
      </pc:sldChg>
      <pc:sldChg chg="modSp add">
        <pc:chgData name="Juan Miguel Alcala Suarez" userId="dafa0a377afe6a36" providerId="LiveId" clId="{7CE94E0E-A3AF-496F-9235-041B63D7C3FF}" dt="2018-02-22T05:32:52.120" v="706"/>
        <pc:sldMkLst>
          <pc:docMk/>
          <pc:sldMk cId="188437086" sldId="282"/>
        </pc:sldMkLst>
        <pc:spChg chg="mod">
          <ac:chgData name="Juan Miguel Alcala Suarez" userId="dafa0a377afe6a36" providerId="LiveId" clId="{7CE94E0E-A3AF-496F-9235-041B63D7C3FF}" dt="2018-02-22T05:31:04.563" v="702" actId="20577"/>
          <ac:spMkLst>
            <pc:docMk/>
            <pc:sldMk cId="188437086" sldId="282"/>
            <ac:spMk id="2" creationId="{34F1923A-BE8B-4047-9B9C-CCBDA00635B0}"/>
          </ac:spMkLst>
        </pc:spChg>
        <pc:spChg chg="mod">
          <ac:chgData name="Juan Miguel Alcala Suarez" userId="dafa0a377afe6a36" providerId="LiveId" clId="{7CE94E0E-A3AF-496F-9235-041B63D7C3FF}" dt="2018-02-22T05:32:52.120" v="706"/>
          <ac:spMkLst>
            <pc:docMk/>
            <pc:sldMk cId="188437086" sldId="282"/>
            <ac:spMk id="3" creationId="{15B75A7E-BAD9-4C78-B648-416A4331A463}"/>
          </ac:spMkLst>
        </pc:spChg>
      </pc:sldChg>
      <pc:sldChg chg="addSp modSp add">
        <pc:chgData name="Juan Miguel Alcala Suarez" userId="dafa0a377afe6a36" providerId="LiveId" clId="{7CE94E0E-A3AF-496F-9235-041B63D7C3FF}" dt="2018-02-22T05:37:11.881" v="763" actId="1076"/>
        <pc:sldMkLst>
          <pc:docMk/>
          <pc:sldMk cId="3044695229" sldId="283"/>
        </pc:sldMkLst>
        <pc:spChg chg="mod">
          <ac:chgData name="Juan Miguel Alcala Suarez" userId="dafa0a377afe6a36" providerId="LiveId" clId="{7CE94E0E-A3AF-496F-9235-041B63D7C3FF}" dt="2018-02-22T05:33:10.090" v="740" actId="20577"/>
          <ac:spMkLst>
            <pc:docMk/>
            <pc:sldMk cId="3044695229" sldId="283"/>
            <ac:spMk id="2" creationId="{D36B54E5-DCD8-4A9C-B040-D51A353EBE40}"/>
          </ac:spMkLst>
        </pc:spChg>
        <pc:spChg chg="mod">
          <ac:chgData name="Juan Miguel Alcala Suarez" userId="dafa0a377afe6a36" providerId="LiveId" clId="{7CE94E0E-A3AF-496F-9235-041B63D7C3FF}" dt="2018-02-22T05:36:22.220" v="758" actId="20577"/>
          <ac:spMkLst>
            <pc:docMk/>
            <pc:sldMk cId="3044695229" sldId="283"/>
            <ac:spMk id="3" creationId="{B5E11CE6-BA7A-4CBD-9AD2-97F7DA16F448}"/>
          </ac:spMkLst>
        </pc:spChg>
        <pc:picChg chg="add mod">
          <ac:chgData name="Juan Miguel Alcala Suarez" userId="dafa0a377afe6a36" providerId="LiveId" clId="{7CE94E0E-A3AF-496F-9235-041B63D7C3FF}" dt="2018-02-22T05:37:11.881" v="763" actId="1076"/>
          <ac:picMkLst>
            <pc:docMk/>
            <pc:sldMk cId="3044695229" sldId="283"/>
            <ac:picMk id="4" creationId="{8EBB54C6-BEB3-4E81-9BE9-A9BB66B5FD7A}"/>
          </ac:picMkLst>
        </pc:picChg>
      </pc:sldChg>
      <pc:sldChg chg="modSp add">
        <pc:chgData name="Juan Miguel Alcala Suarez" userId="dafa0a377afe6a36" providerId="LiveId" clId="{7CE94E0E-A3AF-496F-9235-041B63D7C3FF}" dt="2018-02-24T21:23:34.793" v="809" actId="20577"/>
        <pc:sldMkLst>
          <pc:docMk/>
          <pc:sldMk cId="3184232090" sldId="284"/>
        </pc:sldMkLst>
        <pc:spChg chg="mod">
          <ac:chgData name="Juan Miguel Alcala Suarez" userId="dafa0a377afe6a36" providerId="LiveId" clId="{7CE94E0E-A3AF-496F-9235-041B63D7C3FF}" dt="2018-02-24T21:13:11.032" v="790" actId="20577"/>
          <ac:spMkLst>
            <pc:docMk/>
            <pc:sldMk cId="3184232090" sldId="284"/>
            <ac:spMk id="2" creationId="{386CD380-C30C-4C50-A583-CC9637F04AFB}"/>
          </ac:spMkLst>
        </pc:spChg>
        <pc:spChg chg="mod">
          <ac:chgData name="Juan Miguel Alcala Suarez" userId="dafa0a377afe6a36" providerId="LiveId" clId="{7CE94E0E-A3AF-496F-9235-041B63D7C3FF}" dt="2018-02-24T21:23:34.793" v="809" actId="20577"/>
          <ac:spMkLst>
            <pc:docMk/>
            <pc:sldMk cId="3184232090" sldId="284"/>
            <ac:spMk id="3" creationId="{9D6D07F5-CE96-4520-BA98-D9897A894B6F}"/>
          </ac:spMkLst>
        </pc:spChg>
      </pc:sldChg>
      <pc:sldChg chg="addSp delSp modSp add">
        <pc:chgData name="Juan Miguel Alcala Suarez" userId="dafa0a377afe6a36" providerId="LiveId" clId="{7CE94E0E-A3AF-496F-9235-041B63D7C3FF}" dt="2018-02-24T21:29:24.808" v="822" actId="20577"/>
        <pc:sldMkLst>
          <pc:docMk/>
          <pc:sldMk cId="619184778" sldId="285"/>
        </pc:sldMkLst>
        <pc:spChg chg="mod">
          <ac:chgData name="Juan Miguel Alcala Suarez" userId="dafa0a377afe6a36" providerId="LiveId" clId="{7CE94E0E-A3AF-496F-9235-041B63D7C3FF}" dt="2018-02-24T21:24:01.750" v="816" actId="20577"/>
          <ac:spMkLst>
            <pc:docMk/>
            <pc:sldMk cId="619184778" sldId="285"/>
            <ac:spMk id="2" creationId="{D0AB90A2-6DBF-4BA9-AC10-283AD61F8C08}"/>
          </ac:spMkLst>
        </pc:spChg>
        <pc:spChg chg="del">
          <ac:chgData name="Juan Miguel Alcala Suarez" userId="dafa0a377afe6a36" providerId="LiveId" clId="{7CE94E0E-A3AF-496F-9235-041B63D7C3FF}" dt="2018-02-24T21:28:52.136" v="817"/>
          <ac:spMkLst>
            <pc:docMk/>
            <pc:sldMk cId="619184778" sldId="285"/>
            <ac:spMk id="3" creationId="{A926DC67-BA79-4DDE-A426-1A6032E9565C}"/>
          </ac:spMkLst>
        </pc:spChg>
        <pc:spChg chg="add mod">
          <ac:chgData name="Juan Miguel Alcala Suarez" userId="dafa0a377afe6a36" providerId="LiveId" clId="{7CE94E0E-A3AF-496F-9235-041B63D7C3FF}" dt="2018-02-24T21:29:24.808" v="822" actId="20577"/>
          <ac:spMkLst>
            <pc:docMk/>
            <pc:sldMk cId="619184778" sldId="285"/>
            <ac:spMk id="4" creationId="{B5053977-0914-4CCA-85AB-5831C4FF3CF9}"/>
          </ac:spMkLst>
        </pc:spChg>
        <pc:picChg chg="add del">
          <ac:chgData name="Juan Miguel Alcala Suarez" userId="dafa0a377afe6a36" providerId="LiveId" clId="{7CE94E0E-A3AF-496F-9235-041B63D7C3FF}" dt="2018-02-24T21:28:53.760" v="818"/>
          <ac:picMkLst>
            <pc:docMk/>
            <pc:sldMk cId="619184778" sldId="285"/>
            <ac:picMk id="2050" creationId="{73247240-5B71-4701-9617-77A55B5C7DF7}"/>
          </ac:picMkLst>
        </pc:picChg>
      </pc:sldChg>
      <pc:sldChg chg="modSp add">
        <pc:chgData name="Juan Miguel Alcala Suarez" userId="dafa0a377afe6a36" providerId="LiveId" clId="{7CE94E0E-A3AF-496F-9235-041B63D7C3FF}" dt="2018-02-25T05:27:22.938" v="879"/>
        <pc:sldMkLst>
          <pc:docMk/>
          <pc:sldMk cId="2842652429" sldId="286"/>
        </pc:sldMkLst>
        <pc:spChg chg="mod">
          <ac:chgData name="Juan Miguel Alcala Suarez" userId="dafa0a377afe6a36" providerId="LiveId" clId="{7CE94E0E-A3AF-496F-9235-041B63D7C3FF}" dt="2018-02-25T04:13:09.065" v="846" actId="20577"/>
          <ac:spMkLst>
            <pc:docMk/>
            <pc:sldMk cId="2842652429" sldId="286"/>
            <ac:spMk id="2" creationId="{7511F8CC-8CAC-4D0F-8C8E-CC7768FB4440}"/>
          </ac:spMkLst>
        </pc:spChg>
        <pc:spChg chg="mod">
          <ac:chgData name="Juan Miguel Alcala Suarez" userId="dafa0a377afe6a36" providerId="LiveId" clId="{7CE94E0E-A3AF-496F-9235-041B63D7C3FF}" dt="2018-02-25T05:27:22.938" v="879"/>
          <ac:spMkLst>
            <pc:docMk/>
            <pc:sldMk cId="2842652429" sldId="286"/>
            <ac:spMk id="3" creationId="{BE6AB824-ABC1-4506-AE98-CFA6A7FAEB2D}"/>
          </ac:spMkLst>
        </pc:spChg>
      </pc:sldChg>
      <pc:sldChg chg="addSp modSp add">
        <pc:chgData name="Juan Miguel Alcala Suarez" userId="dafa0a377afe6a36" providerId="LiveId" clId="{7CE94E0E-A3AF-496F-9235-041B63D7C3FF}" dt="2018-02-25T05:31:32.750" v="907" actId="1076"/>
        <pc:sldMkLst>
          <pc:docMk/>
          <pc:sldMk cId="4039753632" sldId="287"/>
        </pc:sldMkLst>
        <pc:spChg chg="mod">
          <ac:chgData name="Juan Miguel Alcala Suarez" userId="dafa0a377afe6a36" providerId="LiveId" clId="{7CE94E0E-A3AF-496F-9235-041B63D7C3FF}" dt="2018-02-25T05:27:33.608" v="898" actId="20577"/>
          <ac:spMkLst>
            <pc:docMk/>
            <pc:sldMk cId="4039753632" sldId="287"/>
            <ac:spMk id="2" creationId="{EEE35917-64DB-4178-8487-CD04268A8F45}"/>
          </ac:spMkLst>
        </pc:spChg>
        <pc:spChg chg="mod">
          <ac:chgData name="Juan Miguel Alcala Suarez" userId="dafa0a377afe6a36" providerId="LiveId" clId="{7CE94E0E-A3AF-496F-9235-041B63D7C3FF}" dt="2018-02-25T05:31:18.223" v="903" actId="20577"/>
          <ac:spMkLst>
            <pc:docMk/>
            <pc:sldMk cId="4039753632" sldId="287"/>
            <ac:spMk id="3" creationId="{CCCE0B18-DCFE-401E-BD72-C553B7FD4E52}"/>
          </ac:spMkLst>
        </pc:spChg>
        <pc:picChg chg="add mod">
          <ac:chgData name="Juan Miguel Alcala Suarez" userId="dafa0a377afe6a36" providerId="LiveId" clId="{7CE94E0E-A3AF-496F-9235-041B63D7C3FF}" dt="2018-02-25T05:31:32.750" v="907" actId="1076"/>
          <ac:picMkLst>
            <pc:docMk/>
            <pc:sldMk cId="4039753632" sldId="287"/>
            <ac:picMk id="5" creationId="{9B0018D6-EC80-4288-BC0B-DA1BE70B5491}"/>
          </ac:picMkLst>
        </pc:picChg>
      </pc:sldChg>
      <pc:sldChg chg="modSp add">
        <pc:chgData name="Juan Miguel Alcala Suarez" userId="dafa0a377afe6a36" providerId="LiveId" clId="{7CE94E0E-A3AF-496F-9235-041B63D7C3FF}" dt="2018-02-25T05:55:57.937" v="1021" actId="20577"/>
        <pc:sldMkLst>
          <pc:docMk/>
          <pc:sldMk cId="2968325848" sldId="288"/>
        </pc:sldMkLst>
        <pc:spChg chg="mod">
          <ac:chgData name="Juan Miguel Alcala Suarez" userId="dafa0a377afe6a36" providerId="LiveId" clId="{7CE94E0E-A3AF-496F-9235-041B63D7C3FF}" dt="2018-02-25T05:55:57.937" v="1021" actId="20577"/>
          <ac:spMkLst>
            <pc:docMk/>
            <pc:sldMk cId="2968325848" sldId="288"/>
            <ac:spMk id="2" creationId="{0EC1ED6C-1450-4A09-9FF8-420157F21F72}"/>
          </ac:spMkLst>
        </pc:spChg>
        <pc:spChg chg="mod">
          <ac:chgData name="Juan Miguel Alcala Suarez" userId="dafa0a377afe6a36" providerId="LiveId" clId="{7CE94E0E-A3AF-496F-9235-041B63D7C3FF}" dt="2018-02-25T05:55:44.171" v="1013" actId="15"/>
          <ac:spMkLst>
            <pc:docMk/>
            <pc:sldMk cId="2968325848" sldId="288"/>
            <ac:spMk id="3" creationId="{0992EE17-3ECB-4249-A367-2D84E89E850A}"/>
          </ac:spMkLst>
        </pc:spChg>
      </pc:sldChg>
      <pc:sldChg chg="addSp delSp modSp add">
        <pc:chgData name="Juan Miguel Alcala Suarez" userId="dafa0a377afe6a36" providerId="LiveId" clId="{7CE94E0E-A3AF-496F-9235-041B63D7C3FF}" dt="2018-02-25T05:33:44.871" v="946" actId="20577"/>
        <pc:sldMkLst>
          <pc:docMk/>
          <pc:sldMk cId="1025907361" sldId="289"/>
        </pc:sldMkLst>
        <pc:spChg chg="del">
          <ac:chgData name="Juan Miguel Alcala Suarez" userId="dafa0a377afe6a36" providerId="LiveId" clId="{7CE94E0E-A3AF-496F-9235-041B63D7C3FF}" dt="2018-02-25T05:33:23.704" v="910"/>
          <ac:spMkLst>
            <pc:docMk/>
            <pc:sldMk cId="1025907361" sldId="289"/>
            <ac:spMk id="2" creationId="{7E048AEE-5D5E-4BDF-94AC-11099719D132}"/>
          </ac:spMkLst>
        </pc:spChg>
        <pc:spChg chg="del">
          <ac:chgData name="Juan Miguel Alcala Suarez" userId="dafa0a377afe6a36" providerId="LiveId" clId="{7CE94E0E-A3AF-496F-9235-041B63D7C3FF}" dt="2018-02-25T05:33:23.704" v="910"/>
          <ac:spMkLst>
            <pc:docMk/>
            <pc:sldMk cId="1025907361" sldId="289"/>
            <ac:spMk id="3" creationId="{E7F042D7-5875-4E5B-A239-E162C2C34702}"/>
          </ac:spMkLst>
        </pc:spChg>
        <pc:spChg chg="add mod">
          <ac:chgData name="Juan Miguel Alcala Suarez" userId="dafa0a377afe6a36" providerId="LiveId" clId="{7CE94E0E-A3AF-496F-9235-041B63D7C3FF}" dt="2018-02-25T05:33:44.871" v="946" actId="20577"/>
          <ac:spMkLst>
            <pc:docMk/>
            <pc:sldMk cId="1025907361" sldId="289"/>
            <ac:spMk id="4" creationId="{1607714C-6614-4ACB-A044-A8205BA2844B}"/>
          </ac:spMkLst>
        </pc:spChg>
        <pc:spChg chg="add mod">
          <ac:chgData name="Juan Miguel Alcala Suarez" userId="dafa0a377afe6a36" providerId="LiveId" clId="{7CE94E0E-A3AF-496F-9235-041B63D7C3FF}" dt="2018-02-25T05:33:23.704" v="910"/>
          <ac:spMkLst>
            <pc:docMk/>
            <pc:sldMk cId="1025907361" sldId="289"/>
            <ac:spMk id="5" creationId="{CA7D1E1F-0FE4-4463-A5F3-AA2CD450FA4C}"/>
          </ac:spMkLst>
        </pc:spChg>
      </pc:sldChg>
      <pc:sldChg chg="modSp add">
        <pc:chgData name="Juan Miguel Alcala Suarez" userId="dafa0a377afe6a36" providerId="LiveId" clId="{7CE94E0E-A3AF-496F-9235-041B63D7C3FF}" dt="2018-02-25T06:03:16.877" v="1047" actId="20577"/>
        <pc:sldMkLst>
          <pc:docMk/>
          <pc:sldMk cId="1028496786" sldId="290"/>
        </pc:sldMkLst>
        <pc:spChg chg="mod">
          <ac:chgData name="Juan Miguel Alcala Suarez" userId="dafa0a377afe6a36" providerId="LiveId" clId="{7CE94E0E-A3AF-496F-9235-041B63D7C3FF}" dt="2018-02-25T06:03:16.877" v="1047" actId="20577"/>
          <ac:spMkLst>
            <pc:docMk/>
            <pc:sldMk cId="1028496786" sldId="290"/>
            <ac:spMk id="2" creationId="{8EB5F9E2-C0FB-4348-8172-45C86278F473}"/>
          </ac:spMkLst>
        </pc:spChg>
        <pc:spChg chg="mod">
          <ac:chgData name="Juan Miguel Alcala Suarez" userId="dafa0a377afe6a36" providerId="LiveId" clId="{7CE94E0E-A3AF-496F-9235-041B63D7C3FF}" dt="2018-02-25T06:03:00.476" v="1039" actId="27636"/>
          <ac:spMkLst>
            <pc:docMk/>
            <pc:sldMk cId="1028496786" sldId="290"/>
            <ac:spMk id="3" creationId="{9C6F81D2-81B3-48ED-9B60-5C9293ED1E92}"/>
          </ac:spMkLst>
        </pc:spChg>
      </pc:sldChg>
      <pc:sldChg chg="modSp add">
        <pc:chgData name="Juan Miguel Alcala Suarez" userId="dafa0a377afe6a36" providerId="LiveId" clId="{7CE94E0E-A3AF-496F-9235-041B63D7C3FF}" dt="2018-02-25T06:34:10.623" v="1081"/>
        <pc:sldMkLst>
          <pc:docMk/>
          <pc:sldMk cId="1099271653" sldId="291"/>
        </pc:sldMkLst>
        <pc:spChg chg="mod">
          <ac:chgData name="Juan Miguel Alcala Suarez" userId="dafa0a377afe6a36" providerId="LiveId" clId="{7CE94E0E-A3AF-496F-9235-041B63D7C3FF}" dt="2018-02-25T06:27:00.503" v="1073" actId="20577"/>
          <ac:spMkLst>
            <pc:docMk/>
            <pc:sldMk cId="1099271653" sldId="291"/>
            <ac:spMk id="2" creationId="{2D2F124D-7525-49C8-8A5C-4E19A77E5562}"/>
          </ac:spMkLst>
        </pc:spChg>
        <pc:spChg chg="mod">
          <ac:chgData name="Juan Miguel Alcala Suarez" userId="dafa0a377afe6a36" providerId="LiveId" clId="{7CE94E0E-A3AF-496F-9235-041B63D7C3FF}" dt="2018-02-25T06:34:10.623" v="1081"/>
          <ac:spMkLst>
            <pc:docMk/>
            <pc:sldMk cId="1099271653" sldId="291"/>
            <ac:spMk id="3" creationId="{D50FF540-0307-4C1E-8E72-E4978E817067}"/>
          </ac:spMkLst>
        </pc:spChg>
      </pc:sldChg>
      <pc:sldChg chg="modSp add">
        <pc:chgData name="Juan Miguel Alcala Suarez" userId="dafa0a377afe6a36" providerId="LiveId" clId="{7CE94E0E-A3AF-496F-9235-041B63D7C3FF}" dt="2018-02-25T06:40:27.410" v="1104" actId="20577"/>
        <pc:sldMkLst>
          <pc:docMk/>
          <pc:sldMk cId="2152738915" sldId="292"/>
        </pc:sldMkLst>
        <pc:spChg chg="mod">
          <ac:chgData name="Juan Miguel Alcala Suarez" userId="dafa0a377afe6a36" providerId="LiveId" clId="{7CE94E0E-A3AF-496F-9235-041B63D7C3FF}" dt="2018-02-25T06:34:48.493" v="1098" actId="20577"/>
          <ac:spMkLst>
            <pc:docMk/>
            <pc:sldMk cId="2152738915" sldId="292"/>
            <ac:spMk id="2" creationId="{95D13006-3356-4BF4-9D55-E1EF43794CAE}"/>
          </ac:spMkLst>
        </pc:spChg>
        <pc:spChg chg="mod">
          <ac:chgData name="Juan Miguel Alcala Suarez" userId="dafa0a377afe6a36" providerId="LiveId" clId="{7CE94E0E-A3AF-496F-9235-041B63D7C3FF}" dt="2018-02-25T06:40:27.410" v="1104" actId="20577"/>
          <ac:spMkLst>
            <pc:docMk/>
            <pc:sldMk cId="2152738915" sldId="292"/>
            <ac:spMk id="3" creationId="{B4955342-473E-4B1C-92AD-A8A971B9147E}"/>
          </ac:spMkLst>
        </pc:spChg>
      </pc:sldChg>
      <pc:sldChg chg="modSp add">
        <pc:chgData name="Juan Miguel Alcala Suarez" userId="dafa0a377afe6a36" providerId="LiveId" clId="{7CE94E0E-A3AF-496F-9235-041B63D7C3FF}" dt="2018-02-25T06:50:21.815" v="1153" actId="121"/>
        <pc:sldMkLst>
          <pc:docMk/>
          <pc:sldMk cId="4029202312" sldId="293"/>
        </pc:sldMkLst>
        <pc:spChg chg="mod">
          <ac:chgData name="Juan Miguel Alcala Suarez" userId="dafa0a377afe6a36" providerId="LiveId" clId="{7CE94E0E-A3AF-496F-9235-041B63D7C3FF}" dt="2018-02-25T06:44:24.153" v="1129" actId="20577"/>
          <ac:spMkLst>
            <pc:docMk/>
            <pc:sldMk cId="4029202312" sldId="293"/>
            <ac:spMk id="2" creationId="{4E3266E9-B699-49A0-A2EA-89BD5E1A7F9C}"/>
          </ac:spMkLst>
        </pc:spChg>
        <pc:spChg chg="mod">
          <ac:chgData name="Juan Miguel Alcala Suarez" userId="dafa0a377afe6a36" providerId="LiveId" clId="{7CE94E0E-A3AF-496F-9235-041B63D7C3FF}" dt="2018-02-25T06:50:21.815" v="1153" actId="121"/>
          <ac:spMkLst>
            <pc:docMk/>
            <pc:sldMk cId="4029202312" sldId="293"/>
            <ac:spMk id="3" creationId="{A4219DD0-9F71-45F5-B035-E7839C7F3D87}"/>
          </ac:spMkLst>
        </pc:spChg>
      </pc:sldChg>
      <pc:sldChg chg="addSp delSp modSp add">
        <pc:chgData name="Juan Miguel Alcala Suarez" userId="dafa0a377afe6a36" providerId="LiveId" clId="{7CE94E0E-A3AF-496F-9235-041B63D7C3FF}" dt="2018-02-25T18:29:15.801" v="1217" actId="14100"/>
        <pc:sldMkLst>
          <pc:docMk/>
          <pc:sldMk cId="2532315315" sldId="294"/>
        </pc:sldMkLst>
        <pc:spChg chg="mod">
          <ac:chgData name="Juan Miguel Alcala Suarez" userId="dafa0a377afe6a36" providerId="LiveId" clId="{7CE94E0E-A3AF-496F-9235-041B63D7C3FF}" dt="2018-02-25T07:02:00.486" v="1180"/>
          <ac:spMkLst>
            <pc:docMk/>
            <pc:sldMk cId="2532315315" sldId="294"/>
            <ac:spMk id="2" creationId="{CBD1C056-A35E-4ED2-92CD-D6E65FF5194D}"/>
          </ac:spMkLst>
        </pc:spChg>
        <pc:spChg chg="add del mod ord">
          <ac:chgData name="Juan Miguel Alcala Suarez" userId="dafa0a377afe6a36" providerId="LiveId" clId="{7CE94E0E-A3AF-496F-9235-041B63D7C3FF}" dt="2018-02-25T18:28:53.978" v="1210" actId="166"/>
          <ac:spMkLst>
            <pc:docMk/>
            <pc:sldMk cId="2532315315" sldId="294"/>
            <ac:spMk id="3" creationId="{609BA3BC-37E0-41DB-82E4-CBC07FACB842}"/>
          </ac:spMkLst>
        </pc:spChg>
        <pc:spChg chg="add del mod">
          <ac:chgData name="Juan Miguel Alcala Suarez" userId="dafa0a377afe6a36" providerId="LiveId" clId="{7CE94E0E-A3AF-496F-9235-041B63D7C3FF}" dt="2018-02-25T07:07:25.777" v="1191"/>
          <ac:spMkLst>
            <pc:docMk/>
            <pc:sldMk cId="2532315315" sldId="294"/>
            <ac:spMk id="4" creationId="{19BDEF6A-2CDF-4D89-A422-944A40AAA5A9}"/>
          </ac:spMkLst>
        </pc:spChg>
        <pc:spChg chg="add del">
          <ac:chgData name="Juan Miguel Alcala Suarez" userId="dafa0a377afe6a36" providerId="LiveId" clId="{7CE94E0E-A3AF-496F-9235-041B63D7C3FF}" dt="2018-02-25T07:07:31.449" v="1195"/>
          <ac:spMkLst>
            <pc:docMk/>
            <pc:sldMk cId="2532315315" sldId="294"/>
            <ac:spMk id="6" creationId="{71E870B2-5A23-49AB-8ED4-67AEA155B8F5}"/>
          </ac:spMkLst>
        </pc:spChg>
        <pc:picChg chg="add mod">
          <ac:chgData name="Juan Miguel Alcala Suarez" userId="dafa0a377afe6a36" providerId="LiveId" clId="{7CE94E0E-A3AF-496F-9235-041B63D7C3FF}" dt="2018-02-25T18:29:15.801" v="1217" actId="14100"/>
          <ac:picMkLst>
            <pc:docMk/>
            <pc:sldMk cId="2532315315" sldId="294"/>
            <ac:picMk id="5" creationId="{7E27686C-BD08-4603-939F-EC3071839EB0}"/>
          </ac:picMkLst>
        </pc:picChg>
        <pc:picChg chg="add del">
          <ac:chgData name="Juan Miguel Alcala Suarez" userId="dafa0a377afe6a36" providerId="LiveId" clId="{7CE94E0E-A3AF-496F-9235-041B63D7C3FF}" dt="2018-02-25T07:07:31.449" v="1195"/>
          <ac:picMkLst>
            <pc:docMk/>
            <pc:sldMk cId="2532315315" sldId="294"/>
            <ac:picMk id="7" creationId="{0038680F-CAC6-48D8-AAF8-6DA744BDBBF2}"/>
          </ac:picMkLst>
        </pc:picChg>
        <pc:picChg chg="add del mod">
          <ac:chgData name="Juan Miguel Alcala Suarez" userId="dafa0a377afe6a36" providerId="LiveId" clId="{7CE94E0E-A3AF-496F-9235-041B63D7C3FF}" dt="2018-02-25T07:07:27.733" v="1193"/>
          <ac:picMkLst>
            <pc:docMk/>
            <pc:sldMk cId="2532315315" sldId="294"/>
            <ac:picMk id="3074" creationId="{F9B5DE6A-75E2-457A-9CFA-94A6FADB9F16}"/>
          </ac:picMkLst>
        </pc:picChg>
        <pc:picChg chg="add del mod">
          <ac:chgData name="Juan Miguel Alcala Suarez" userId="dafa0a377afe6a36" providerId="LiveId" clId="{7CE94E0E-A3AF-496F-9235-041B63D7C3FF}" dt="2018-02-25T18:28:42.265" v="1203"/>
          <ac:picMkLst>
            <pc:docMk/>
            <pc:sldMk cId="2532315315" sldId="294"/>
            <ac:picMk id="3076" creationId="{537E6C14-8362-4318-8FA6-D3C02B2A1E1B}"/>
          </ac:picMkLst>
        </pc:picChg>
        <pc:picChg chg="add del mod ord">
          <ac:chgData name="Juan Miguel Alcala Suarez" userId="dafa0a377afe6a36" providerId="LiveId" clId="{7CE94E0E-A3AF-496F-9235-041B63D7C3FF}" dt="2018-02-25T18:28:54.713" v="1211"/>
          <ac:picMkLst>
            <pc:docMk/>
            <pc:sldMk cId="2532315315" sldId="294"/>
            <ac:picMk id="3078" creationId="{D3B5A353-0D6F-4A3D-A43F-B704637105E3}"/>
          </ac:picMkLst>
        </pc:picChg>
      </pc:sldChg>
      <pc:sldChg chg="modSp add">
        <pc:chgData name="Juan Miguel Alcala Suarez" userId="dafa0a377afe6a36" providerId="LiveId" clId="{7CE94E0E-A3AF-496F-9235-041B63D7C3FF}" dt="2018-02-25T18:44:06.311" v="1262" actId="5793"/>
        <pc:sldMkLst>
          <pc:docMk/>
          <pc:sldMk cId="957961106" sldId="295"/>
        </pc:sldMkLst>
        <pc:spChg chg="mod">
          <ac:chgData name="Juan Miguel Alcala Suarez" userId="dafa0a377afe6a36" providerId="LiveId" clId="{7CE94E0E-A3AF-496F-9235-041B63D7C3FF}" dt="2018-02-25T18:30:09.706" v="1234" actId="20577"/>
          <ac:spMkLst>
            <pc:docMk/>
            <pc:sldMk cId="957961106" sldId="295"/>
            <ac:spMk id="2" creationId="{BBB12FE4-05CD-4D55-9494-7A7D21C65C28}"/>
          </ac:spMkLst>
        </pc:spChg>
        <pc:spChg chg="mod">
          <ac:chgData name="Juan Miguel Alcala Suarez" userId="dafa0a377afe6a36" providerId="LiveId" clId="{7CE94E0E-A3AF-496F-9235-041B63D7C3FF}" dt="2018-02-25T18:44:06.311" v="1262" actId="5793"/>
          <ac:spMkLst>
            <pc:docMk/>
            <pc:sldMk cId="957961106" sldId="295"/>
            <ac:spMk id="3" creationId="{0C0FB56B-3D49-41AF-A5FE-CD4BB748986A}"/>
          </ac:spMkLst>
        </pc:spChg>
      </pc:sldChg>
      <pc:sldChg chg="modSp add">
        <pc:chgData name="Juan Miguel Alcala Suarez" userId="dafa0a377afe6a36" providerId="LiveId" clId="{7CE94E0E-A3AF-496F-9235-041B63D7C3FF}" dt="2018-02-25T21:44:26.485" v="1322"/>
        <pc:sldMkLst>
          <pc:docMk/>
          <pc:sldMk cId="2990116348" sldId="296"/>
        </pc:sldMkLst>
        <pc:spChg chg="mod">
          <ac:chgData name="Juan Miguel Alcala Suarez" userId="dafa0a377afe6a36" providerId="LiveId" clId="{7CE94E0E-A3AF-496F-9235-041B63D7C3FF}" dt="2018-02-25T21:42:15.416" v="1317" actId="20577"/>
          <ac:spMkLst>
            <pc:docMk/>
            <pc:sldMk cId="2990116348" sldId="296"/>
            <ac:spMk id="2" creationId="{F41F2150-7F30-4F11-ADD2-A00568BDB2CC}"/>
          </ac:spMkLst>
        </pc:spChg>
        <pc:spChg chg="mod">
          <ac:chgData name="Juan Miguel Alcala Suarez" userId="dafa0a377afe6a36" providerId="LiveId" clId="{7CE94E0E-A3AF-496F-9235-041B63D7C3FF}" dt="2018-02-25T21:44:26.485" v="1322"/>
          <ac:spMkLst>
            <pc:docMk/>
            <pc:sldMk cId="2990116348" sldId="296"/>
            <ac:spMk id="3" creationId="{4C381E10-0910-410A-9D43-E44E3EC6550C}"/>
          </ac:spMkLst>
        </pc:spChg>
      </pc:sldChg>
      <pc:sldChg chg="addSp delSp modSp add">
        <pc:chgData name="Juan Miguel Alcala Suarez" userId="dafa0a377afe6a36" providerId="LiveId" clId="{7CE94E0E-A3AF-496F-9235-041B63D7C3FF}" dt="2018-02-25T21:40:10.296" v="1291" actId="20577"/>
        <pc:sldMkLst>
          <pc:docMk/>
          <pc:sldMk cId="1810220456" sldId="297"/>
        </pc:sldMkLst>
        <pc:spChg chg="del">
          <ac:chgData name="Juan Miguel Alcala Suarez" userId="dafa0a377afe6a36" providerId="LiveId" clId="{7CE94E0E-A3AF-496F-9235-041B63D7C3FF}" dt="2018-02-25T21:39:47.583" v="1265"/>
          <ac:spMkLst>
            <pc:docMk/>
            <pc:sldMk cId="1810220456" sldId="297"/>
            <ac:spMk id="2" creationId="{BAB9066B-CAB4-4A51-9F55-88852A7D7D17}"/>
          </ac:spMkLst>
        </pc:spChg>
        <pc:spChg chg="del">
          <ac:chgData name="Juan Miguel Alcala Suarez" userId="dafa0a377afe6a36" providerId="LiveId" clId="{7CE94E0E-A3AF-496F-9235-041B63D7C3FF}" dt="2018-02-25T21:39:47.583" v="1265"/>
          <ac:spMkLst>
            <pc:docMk/>
            <pc:sldMk cId="1810220456" sldId="297"/>
            <ac:spMk id="3" creationId="{58AAEC7E-17D0-4315-B3D5-B76A701283C8}"/>
          </ac:spMkLst>
        </pc:spChg>
        <pc:spChg chg="add mod">
          <ac:chgData name="Juan Miguel Alcala Suarez" userId="dafa0a377afe6a36" providerId="LiveId" clId="{7CE94E0E-A3AF-496F-9235-041B63D7C3FF}" dt="2018-02-25T21:40:10.296" v="1291" actId="20577"/>
          <ac:spMkLst>
            <pc:docMk/>
            <pc:sldMk cId="1810220456" sldId="297"/>
            <ac:spMk id="4" creationId="{FF44E6EC-A6EC-4F5A-A0AF-F2B81E6B5F95}"/>
          </ac:spMkLst>
        </pc:spChg>
        <pc:spChg chg="add mod">
          <ac:chgData name="Juan Miguel Alcala Suarez" userId="dafa0a377afe6a36" providerId="LiveId" clId="{7CE94E0E-A3AF-496F-9235-041B63D7C3FF}" dt="2018-02-25T21:39:47.583" v="1265"/>
          <ac:spMkLst>
            <pc:docMk/>
            <pc:sldMk cId="1810220456" sldId="297"/>
            <ac:spMk id="5" creationId="{3A32260E-3676-4DE1-86FA-C7EA314B48B4}"/>
          </ac:spMkLst>
        </pc:spChg>
      </pc:sldChg>
      <pc:sldChg chg="modSp add">
        <pc:chgData name="Juan Miguel Alcala Suarez" userId="dafa0a377afe6a36" providerId="LiveId" clId="{7CE94E0E-A3AF-496F-9235-041B63D7C3FF}" dt="2018-02-25T21:47:39.888" v="1339"/>
        <pc:sldMkLst>
          <pc:docMk/>
          <pc:sldMk cId="3450918041" sldId="298"/>
        </pc:sldMkLst>
        <pc:spChg chg="mod">
          <ac:chgData name="Juan Miguel Alcala Suarez" userId="dafa0a377afe6a36" providerId="LiveId" clId="{7CE94E0E-A3AF-496F-9235-041B63D7C3FF}" dt="2018-02-25T21:44:56.068" v="1334" actId="20577"/>
          <ac:spMkLst>
            <pc:docMk/>
            <pc:sldMk cId="3450918041" sldId="298"/>
            <ac:spMk id="2" creationId="{39E3BB3E-7D18-450A-94AF-6A86A66EC87E}"/>
          </ac:spMkLst>
        </pc:spChg>
        <pc:spChg chg="mod">
          <ac:chgData name="Juan Miguel Alcala Suarez" userId="dafa0a377afe6a36" providerId="LiveId" clId="{7CE94E0E-A3AF-496F-9235-041B63D7C3FF}" dt="2018-02-25T21:47:39.888" v="1339"/>
          <ac:spMkLst>
            <pc:docMk/>
            <pc:sldMk cId="3450918041" sldId="298"/>
            <ac:spMk id="3" creationId="{6481026E-C6B6-479F-A3DE-ACE58E086BE5}"/>
          </ac:spMkLst>
        </pc:spChg>
      </pc:sldChg>
      <pc:sldChg chg="modSp add setBg">
        <pc:chgData name="Juan Miguel Alcala Suarez" userId="dafa0a377afe6a36" providerId="LiveId" clId="{7CE94E0E-A3AF-496F-9235-041B63D7C3FF}" dt="2018-02-25T22:03:37.419" v="1391"/>
        <pc:sldMkLst>
          <pc:docMk/>
          <pc:sldMk cId="2112737923" sldId="299"/>
        </pc:sldMkLst>
        <pc:spChg chg="mod">
          <ac:chgData name="Juan Miguel Alcala Suarez" userId="dafa0a377afe6a36" providerId="LiveId" clId="{7CE94E0E-A3AF-496F-9235-041B63D7C3FF}" dt="2018-02-25T21:48:32.407" v="1356" actId="20577"/>
          <ac:spMkLst>
            <pc:docMk/>
            <pc:sldMk cId="2112737923" sldId="299"/>
            <ac:spMk id="2" creationId="{5D734921-8E22-49F9-B765-1158A4A59CCF}"/>
          </ac:spMkLst>
        </pc:spChg>
        <pc:spChg chg="mod">
          <ac:chgData name="Juan Miguel Alcala Suarez" userId="dafa0a377afe6a36" providerId="LiveId" clId="{7CE94E0E-A3AF-496F-9235-041B63D7C3FF}" dt="2018-02-25T21:52:51.624" v="1366" actId="6549"/>
          <ac:spMkLst>
            <pc:docMk/>
            <pc:sldMk cId="2112737923" sldId="299"/>
            <ac:spMk id="3" creationId="{08625171-7F8E-4127-9FDF-9A09DA3842C7}"/>
          </ac:spMkLst>
        </pc:spChg>
      </pc:sldChg>
      <pc:sldChg chg="modSp add setBg">
        <pc:chgData name="Juan Miguel Alcala Suarez" userId="dafa0a377afe6a36" providerId="LiveId" clId="{7CE94E0E-A3AF-496F-9235-041B63D7C3FF}" dt="2018-02-26T02:12:40.010" v="1398"/>
        <pc:sldMkLst>
          <pc:docMk/>
          <pc:sldMk cId="2198124144" sldId="300"/>
        </pc:sldMkLst>
        <pc:spChg chg="mod">
          <ac:chgData name="Juan Miguel Alcala Suarez" userId="dafa0a377afe6a36" providerId="LiveId" clId="{7CE94E0E-A3AF-496F-9235-041B63D7C3FF}" dt="2018-02-25T21:53:09.024" v="1371" actId="20577"/>
          <ac:spMkLst>
            <pc:docMk/>
            <pc:sldMk cId="2198124144" sldId="300"/>
            <ac:spMk id="2" creationId="{C1F635DE-F44B-486A-BE7E-F7CB2A0EB9D6}"/>
          </ac:spMkLst>
        </pc:spChg>
        <pc:spChg chg="mod">
          <ac:chgData name="Juan Miguel Alcala Suarez" userId="dafa0a377afe6a36" providerId="LiveId" clId="{7CE94E0E-A3AF-496F-9235-041B63D7C3FF}" dt="2018-02-25T21:56:03.546" v="1379" actId="115"/>
          <ac:spMkLst>
            <pc:docMk/>
            <pc:sldMk cId="2198124144" sldId="300"/>
            <ac:spMk id="3" creationId="{CFDBF192-AC9D-43A3-8977-7F0ECE720CB0}"/>
          </ac:spMkLst>
        </pc:spChg>
      </pc:sldChg>
      <pc:sldChg chg="modSp add setBg">
        <pc:chgData name="Juan Miguel Alcala Suarez" userId="dafa0a377afe6a36" providerId="LiveId" clId="{7CE94E0E-A3AF-496F-9235-041B63D7C3FF}" dt="2018-02-26T02:12:41.157" v="1399"/>
        <pc:sldMkLst>
          <pc:docMk/>
          <pc:sldMk cId="923740024" sldId="301"/>
        </pc:sldMkLst>
        <pc:spChg chg="mod">
          <ac:chgData name="Juan Miguel Alcala Suarez" userId="dafa0a377afe6a36" providerId="LiveId" clId="{7CE94E0E-A3AF-496F-9235-041B63D7C3FF}" dt="2018-02-25T21:57:29.556" v="1383" actId="20577"/>
          <ac:spMkLst>
            <pc:docMk/>
            <pc:sldMk cId="923740024" sldId="301"/>
            <ac:spMk id="2" creationId="{671B6279-9E7D-4054-999B-7C610DB78559}"/>
          </ac:spMkLst>
        </pc:spChg>
        <pc:spChg chg="mod">
          <ac:chgData name="Juan Miguel Alcala Suarez" userId="dafa0a377afe6a36" providerId="LiveId" clId="{7CE94E0E-A3AF-496F-9235-041B63D7C3FF}" dt="2018-02-25T22:09:28.507" v="1397" actId="20577"/>
          <ac:spMkLst>
            <pc:docMk/>
            <pc:sldMk cId="923740024" sldId="301"/>
            <ac:spMk id="3" creationId="{B98D4C4D-7881-443C-8552-4BDCBDC78DC6}"/>
          </ac:spMkLst>
        </pc:spChg>
      </pc:sldChg>
      <pc:sldChg chg="modSp add">
        <pc:chgData name="Juan Miguel Alcala Suarez" userId="dafa0a377afe6a36" providerId="LiveId" clId="{7CE94E0E-A3AF-496F-9235-041B63D7C3FF}" dt="2018-02-26T02:13:35.852" v="1434" actId="20577"/>
        <pc:sldMkLst>
          <pc:docMk/>
          <pc:sldMk cId="4193150577" sldId="302"/>
        </pc:sldMkLst>
        <pc:spChg chg="mod">
          <ac:chgData name="Juan Miguel Alcala Suarez" userId="dafa0a377afe6a36" providerId="LiveId" clId="{7CE94E0E-A3AF-496F-9235-041B63D7C3FF}" dt="2018-02-26T02:12:52.230" v="1424" actId="20577"/>
          <ac:spMkLst>
            <pc:docMk/>
            <pc:sldMk cId="4193150577" sldId="302"/>
            <ac:spMk id="2" creationId="{CA918F47-A0FB-421B-A1E2-2FE8BD3AB737}"/>
          </ac:spMkLst>
        </pc:spChg>
        <pc:spChg chg="mod">
          <ac:chgData name="Juan Miguel Alcala Suarez" userId="dafa0a377afe6a36" providerId="LiveId" clId="{7CE94E0E-A3AF-496F-9235-041B63D7C3FF}" dt="2018-02-26T02:13:35.852" v="1434" actId="20577"/>
          <ac:spMkLst>
            <pc:docMk/>
            <pc:sldMk cId="4193150577" sldId="302"/>
            <ac:spMk id="3" creationId="{043FF6C2-A10C-4585-8E27-C5023DA52D44}"/>
          </ac:spMkLst>
        </pc:spChg>
      </pc:sldChg>
      <pc:sldChg chg="modSp add">
        <pc:chgData name="Juan Miguel Alcala Suarez" userId="dafa0a377afe6a36" providerId="LiveId" clId="{7CE94E0E-A3AF-496F-9235-041B63D7C3FF}" dt="2018-02-26T02:19:02.193" v="1501" actId="20577"/>
        <pc:sldMkLst>
          <pc:docMk/>
          <pc:sldMk cId="1127971700" sldId="303"/>
        </pc:sldMkLst>
        <pc:spChg chg="mod">
          <ac:chgData name="Juan Miguel Alcala Suarez" userId="dafa0a377afe6a36" providerId="LiveId" clId="{7CE94E0E-A3AF-496F-9235-041B63D7C3FF}" dt="2018-02-26T02:14:07.118" v="1440" actId="20577"/>
          <ac:spMkLst>
            <pc:docMk/>
            <pc:sldMk cId="1127971700" sldId="303"/>
            <ac:spMk id="2" creationId="{39789CFE-6579-4676-865A-119536F596D5}"/>
          </ac:spMkLst>
        </pc:spChg>
        <pc:spChg chg="mod">
          <ac:chgData name="Juan Miguel Alcala Suarez" userId="dafa0a377afe6a36" providerId="LiveId" clId="{7CE94E0E-A3AF-496F-9235-041B63D7C3FF}" dt="2018-02-26T02:19:02.193" v="1501" actId="20577"/>
          <ac:spMkLst>
            <pc:docMk/>
            <pc:sldMk cId="1127971700" sldId="303"/>
            <ac:spMk id="3" creationId="{EA9C2A7F-1522-48DE-8E6D-5D8C7A79690E}"/>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a:xfrm>
            <a:off x="2692397" y="5037663"/>
            <a:ext cx="5214635" cy="279400"/>
          </a:xfrm>
        </p:spPr>
        <p:txBody>
          <a:bodyPr/>
          <a:lstStyle/>
          <a:p>
            <a:endParaRPr lang="es-MX"/>
          </a:p>
        </p:txBody>
      </p:sp>
      <p:sp>
        <p:nvSpPr>
          <p:cNvPr id="6" name="Slide Number Placeholder 5"/>
          <p:cNvSpPr>
            <a:spLocks noGrp="1"/>
          </p:cNvSpPr>
          <p:nvPr>
            <p:ph type="sldNum" sz="quarter" idx="12"/>
          </p:nvPr>
        </p:nvSpPr>
        <p:spPr>
          <a:xfrm>
            <a:off x="8956900" y="5037663"/>
            <a:ext cx="551167" cy="279400"/>
          </a:xfrm>
        </p:spPr>
        <p:txBody>
          <a:bodyPr/>
          <a:lstStyle/>
          <a:p>
            <a:fld id="{A4D8754D-D27D-474F-9BCE-C1C781FB651B}" type="slidenum">
              <a:rPr lang="es-MX" smtClean="0"/>
              <a:t>‹#›</a:t>
            </a:fld>
            <a:endParaRPr lang="es-MX"/>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60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1735974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176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B0CD59-6BDE-4D01-B399-4E0C95C5704B}" type="datetimeFigureOut">
              <a:rPr lang="es-MX" smtClean="0"/>
              <a:t>01/03/2018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104987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B0CD59-6BDE-4D01-B399-4E0C95C5704B}" type="datetimeFigureOut">
              <a:rPr lang="es-MX" smtClean="0"/>
              <a:t>01/03/2018</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A4D8754D-D27D-474F-9BCE-C1C781FB651B}" type="slidenum">
              <a:rPr lang="es-MX" smtClean="0"/>
              <a:t>‹#›</a:t>
            </a:fld>
            <a:endParaRPr lang="es-MX"/>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7874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B0CD59-6BDE-4D01-B399-4E0C95C5704B}" type="datetimeFigureOut">
              <a:rPr lang="es-MX" smtClean="0"/>
              <a:t>01/03/2018</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A4D8754D-D27D-474F-9BCE-C1C781FB651B}" type="slidenum">
              <a:rPr lang="es-MX" smtClean="0"/>
              <a:t>‹#›</a:t>
            </a:fld>
            <a:endParaRPr lang="es-MX"/>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7014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B0CD59-6BDE-4D01-B399-4E0C95C5704B}" type="datetimeFigureOut">
              <a:rPr lang="es-MX" smtClean="0"/>
              <a:t>01/03/2018</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299327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B0CD59-6BDE-4D01-B399-4E0C95C5704B}" type="datetimeFigureOut">
              <a:rPr lang="es-MX" smtClean="0"/>
              <a:t>01/03/2018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4D8754D-D27D-474F-9BCE-C1C781FB651B}" type="slidenum">
              <a:rPr lang="es-MX" smtClean="0"/>
              <a:t>‹#›</a:t>
            </a:fld>
            <a:endParaRPr lang="es-MX"/>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586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B0CD59-6BDE-4D01-B399-4E0C95C5704B}" type="datetimeFigureOut">
              <a:rPr lang="es-MX" smtClean="0"/>
              <a:t>01/03/2018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1915958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B0CD59-6BDE-4D01-B399-4E0C95C5704B}" type="datetimeFigureOut">
              <a:rPr lang="es-MX" smtClean="0"/>
              <a:t>01/03/2018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604059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9154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3676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spTree>
    <p:extLst>
      <p:ext uri="{BB962C8B-B14F-4D97-AF65-F5344CB8AC3E}">
        <p14:creationId xmlns:p14="http://schemas.microsoft.com/office/powerpoint/2010/main" val="343688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2789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71361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8316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B0CD59-6BDE-4D01-B399-4E0C95C5704B}" type="datetimeFigureOut">
              <a:rPr lang="es-MX" smtClean="0"/>
              <a:t>01/03/2018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4D8754D-D27D-474F-9BCE-C1C781FB651B}" type="slidenum">
              <a:rPr lang="es-MX" smtClean="0"/>
              <a:t>‹#›</a:t>
            </a:fld>
            <a:endParaRPr lang="es-MX"/>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4715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BB0CD59-6BDE-4D01-B399-4E0C95C5704B}" type="datetimeFigureOut">
              <a:rPr lang="es-MX" smtClean="0"/>
              <a:t>01/03/2018</a:t>
            </a:fld>
            <a:endParaRPr lang="es-MX"/>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MX"/>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4D8754D-D27D-474F-9BCE-C1C781FB651B}" type="slidenum">
              <a:rPr lang="es-MX" smtClean="0"/>
              <a:t>‹#›</a:t>
            </a:fld>
            <a:endParaRPr lang="es-MX"/>
          </a:p>
        </p:txBody>
      </p:sp>
    </p:spTree>
    <p:extLst>
      <p:ext uri="{BB962C8B-B14F-4D97-AF65-F5344CB8AC3E}">
        <p14:creationId xmlns:p14="http://schemas.microsoft.com/office/powerpoint/2010/main" val="39785775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34EE882-A1CB-4ED0-BB2C-42B0D98EFD74}"/>
              </a:ext>
            </a:extLst>
          </p:cNvPr>
          <p:cNvSpPr>
            <a:spLocks noGrp="1"/>
          </p:cNvSpPr>
          <p:nvPr>
            <p:ph type="ctrTitle"/>
          </p:nvPr>
        </p:nvSpPr>
        <p:spPr/>
        <p:txBody>
          <a:bodyPr/>
          <a:lstStyle/>
          <a:p>
            <a:r>
              <a:rPr lang="es-MX" dirty="0"/>
              <a:t>Software </a:t>
            </a:r>
            <a:r>
              <a:rPr lang="es-MX" dirty="0" err="1"/>
              <a:t>Design</a:t>
            </a:r>
            <a:r>
              <a:rPr lang="es-MX" dirty="0"/>
              <a:t> </a:t>
            </a:r>
            <a:r>
              <a:rPr lang="es-MX" dirty="0" err="1"/>
              <a:t>Patterns</a:t>
            </a:r>
            <a:r>
              <a:rPr lang="es-MX" dirty="0"/>
              <a:t> </a:t>
            </a:r>
          </a:p>
        </p:txBody>
      </p:sp>
      <p:sp>
        <p:nvSpPr>
          <p:cNvPr id="3" name="Subtítulo 2">
            <a:extLst>
              <a:ext uri="{FF2B5EF4-FFF2-40B4-BE49-F238E27FC236}">
                <a16:creationId xmlns:a16="http://schemas.microsoft.com/office/drawing/2014/main" xmlns="" id="{4EF66741-6896-4A1C-B9E9-52E8FA5B8903}"/>
              </a:ext>
            </a:extLst>
          </p:cNvPr>
          <p:cNvSpPr>
            <a:spLocks noGrp="1"/>
          </p:cNvSpPr>
          <p:nvPr>
            <p:ph type="subTitle" idx="1"/>
          </p:nvPr>
        </p:nvSpPr>
        <p:spPr>
          <a:xfrm>
            <a:off x="1524000" y="4346712"/>
            <a:ext cx="9144000" cy="911087"/>
          </a:xfrm>
        </p:spPr>
        <p:txBody>
          <a:bodyPr/>
          <a:lstStyle/>
          <a:p>
            <a:endParaRPr lang="es-MX" dirty="0"/>
          </a:p>
        </p:txBody>
      </p:sp>
    </p:spTree>
    <p:extLst>
      <p:ext uri="{BB962C8B-B14F-4D97-AF65-F5344CB8AC3E}">
        <p14:creationId xmlns:p14="http://schemas.microsoft.com/office/powerpoint/2010/main" val="8800072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E8DBE604-5C81-4987-8E0F-C720302D9EC7}"/>
              </a:ext>
            </a:extLst>
          </p:cNvPr>
          <p:cNvSpPr>
            <a:spLocks noGrp="1"/>
          </p:cNvSpPr>
          <p:nvPr>
            <p:ph type="title"/>
          </p:nvPr>
        </p:nvSpPr>
        <p:spPr/>
        <p:txBody>
          <a:bodyPr>
            <a:normAutofit fontScale="90000"/>
          </a:bodyPr>
          <a:lstStyle/>
          <a:p>
            <a:r>
              <a:rPr lang="es-MX" sz="4000" dirty="0"/>
              <a:t>A </a:t>
            </a:r>
            <a:r>
              <a:rPr lang="es-MX" sz="4000" dirty="0" err="1"/>
              <a:t>brief</a:t>
            </a:r>
            <a:r>
              <a:rPr lang="es-MX" sz="4000" dirty="0"/>
              <a:t> </a:t>
            </a:r>
            <a:r>
              <a:rPr lang="es-MX" sz="4000" dirty="0" err="1"/>
              <a:t>review</a:t>
            </a:r>
            <a:r>
              <a:rPr lang="es-MX" sz="4000" dirty="0"/>
              <a:t> </a:t>
            </a:r>
            <a:r>
              <a:rPr lang="es-MX" sz="4000" dirty="0" err="1"/>
              <a:t>about</a:t>
            </a:r>
            <a:r>
              <a:rPr lang="es-MX" sz="4000" dirty="0"/>
              <a:t> </a:t>
            </a:r>
            <a:r>
              <a:rPr lang="es-MX" sz="4000" dirty="0" err="1"/>
              <a:t>object-oriented</a:t>
            </a:r>
            <a:r>
              <a:rPr lang="es-MX" sz="4000" dirty="0"/>
              <a:t> </a:t>
            </a:r>
            <a:r>
              <a:rPr lang="es-MX" sz="4000" dirty="0" err="1"/>
              <a:t>programming</a:t>
            </a:r>
            <a:endParaRPr lang="es-MX" sz="4000" dirty="0"/>
          </a:p>
        </p:txBody>
      </p:sp>
      <p:sp>
        <p:nvSpPr>
          <p:cNvPr id="3" name="Marcador de contenido 2">
            <a:extLst>
              <a:ext uri="{FF2B5EF4-FFF2-40B4-BE49-F238E27FC236}">
                <a16:creationId xmlns:a16="http://schemas.microsoft.com/office/drawing/2014/main" xmlns="" id="{4EE7C94A-773E-42E8-97CC-66D58F0E7501}"/>
              </a:ext>
            </a:extLst>
          </p:cNvPr>
          <p:cNvSpPr>
            <a:spLocks noGrp="1"/>
          </p:cNvSpPr>
          <p:nvPr>
            <p:ph sz="half" idx="1"/>
          </p:nvPr>
        </p:nvSpPr>
        <p:spPr/>
        <p:txBody>
          <a:bodyPr/>
          <a:lstStyle/>
          <a:p>
            <a:r>
              <a:rPr lang="es-MX" dirty="0" err="1"/>
              <a:t>Objects</a:t>
            </a:r>
            <a:endParaRPr lang="es-MX" dirty="0"/>
          </a:p>
          <a:p>
            <a:r>
              <a:rPr lang="es-MX" dirty="0" err="1"/>
              <a:t>Classes</a:t>
            </a:r>
            <a:endParaRPr lang="es-MX" dirty="0"/>
          </a:p>
          <a:p>
            <a:r>
              <a:rPr lang="es-MX" dirty="0" err="1"/>
              <a:t>Methods</a:t>
            </a:r>
            <a:endParaRPr lang="es-MX" dirty="0"/>
          </a:p>
          <a:p>
            <a:endParaRPr lang="es-MX" u="sng" dirty="0"/>
          </a:p>
        </p:txBody>
      </p:sp>
      <p:sp>
        <p:nvSpPr>
          <p:cNvPr id="5" name="Marcador de contenido 4">
            <a:extLst>
              <a:ext uri="{FF2B5EF4-FFF2-40B4-BE49-F238E27FC236}">
                <a16:creationId xmlns:a16="http://schemas.microsoft.com/office/drawing/2014/main" xmlns="" id="{53ACDA6D-774A-49D7-BF9A-DA10D71FFD56}"/>
              </a:ext>
            </a:extLst>
          </p:cNvPr>
          <p:cNvSpPr>
            <a:spLocks noGrp="1"/>
          </p:cNvSpPr>
          <p:nvPr>
            <p:ph sz="half" idx="2"/>
          </p:nvPr>
        </p:nvSpPr>
        <p:spPr/>
        <p:txBody>
          <a:bodyPr/>
          <a:lstStyle/>
          <a:p>
            <a:r>
              <a:rPr lang="es-MX" dirty="0" err="1"/>
              <a:t>Encapsulation</a:t>
            </a:r>
            <a:endParaRPr lang="es-MX" dirty="0"/>
          </a:p>
          <a:p>
            <a:r>
              <a:rPr lang="es-MX" dirty="0" err="1"/>
              <a:t>Polymorphism</a:t>
            </a:r>
            <a:endParaRPr lang="es-MX" dirty="0"/>
          </a:p>
          <a:p>
            <a:r>
              <a:rPr lang="es-MX" dirty="0" err="1"/>
              <a:t>Inheritance</a:t>
            </a:r>
            <a:endParaRPr lang="es-MX" dirty="0"/>
          </a:p>
          <a:p>
            <a:r>
              <a:rPr lang="es-MX" dirty="0" err="1"/>
              <a:t>Abstraction</a:t>
            </a:r>
            <a:endParaRPr lang="es-MX" dirty="0"/>
          </a:p>
          <a:p>
            <a:r>
              <a:rPr lang="es-MX" u="sng" dirty="0" err="1"/>
              <a:t>Composition</a:t>
            </a:r>
            <a:endParaRPr lang="es-MX" u="sng" dirty="0"/>
          </a:p>
        </p:txBody>
      </p:sp>
    </p:spTree>
    <p:extLst>
      <p:ext uri="{BB962C8B-B14F-4D97-AF65-F5344CB8AC3E}">
        <p14:creationId xmlns:p14="http://schemas.microsoft.com/office/powerpoint/2010/main" val="19683325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xmlns="" id="{E3B96881-3563-4CFE-9115-419498510CA0}"/>
              </a:ext>
            </a:extLst>
          </p:cNvPr>
          <p:cNvSpPr>
            <a:spLocks noGrp="1"/>
          </p:cNvSpPr>
          <p:nvPr>
            <p:ph type="title"/>
          </p:nvPr>
        </p:nvSpPr>
        <p:spPr/>
        <p:txBody>
          <a:bodyPr/>
          <a:lstStyle/>
          <a:p>
            <a:r>
              <a:rPr lang="en-US" dirty="0"/>
              <a:t>The concept of design patterns </a:t>
            </a:r>
            <a:endParaRPr lang="es-MX" dirty="0"/>
          </a:p>
        </p:txBody>
      </p:sp>
      <p:sp>
        <p:nvSpPr>
          <p:cNvPr id="6" name="Marcador de contenido 5">
            <a:extLst>
              <a:ext uri="{FF2B5EF4-FFF2-40B4-BE49-F238E27FC236}">
                <a16:creationId xmlns:a16="http://schemas.microsoft.com/office/drawing/2014/main" xmlns="" id="{8667106F-401D-4310-87CE-E40F183B7D72}"/>
              </a:ext>
            </a:extLst>
          </p:cNvPr>
          <p:cNvSpPr>
            <a:spLocks noGrp="1"/>
          </p:cNvSpPr>
          <p:nvPr>
            <p:ph idx="1"/>
          </p:nvPr>
        </p:nvSpPr>
        <p:spPr/>
        <p:txBody>
          <a:bodyPr>
            <a:normAutofit fontScale="92500" lnSpcReduction="10000"/>
          </a:bodyPr>
          <a:lstStyle/>
          <a:p>
            <a:r>
              <a:rPr lang="en-US" dirty="0"/>
              <a:t>In software engineering, a </a:t>
            </a:r>
            <a:r>
              <a:rPr lang="en-US" b="1" dirty="0"/>
              <a:t>design pattern</a:t>
            </a:r>
            <a:r>
              <a:rPr lang="en-US" dirty="0"/>
              <a:t> is a general repeatable solution to a commonly occurring problem in software design.</a:t>
            </a:r>
          </a:p>
          <a:p>
            <a:r>
              <a:rPr lang="en-US" dirty="0"/>
              <a:t>Design patterns were first introduced by </a:t>
            </a:r>
            <a:r>
              <a:rPr lang="en-US" dirty="0" err="1"/>
              <a:t>GoF</a:t>
            </a:r>
            <a:r>
              <a:rPr lang="en-US" dirty="0"/>
              <a:t> (Gang of Four)</a:t>
            </a:r>
          </a:p>
          <a:p>
            <a:r>
              <a:rPr lang="es-MX" dirty="0" err="1"/>
              <a:t>They</a:t>
            </a:r>
            <a:r>
              <a:rPr lang="es-MX" dirty="0"/>
              <a:t> are </a:t>
            </a:r>
            <a:r>
              <a:rPr lang="es-MX" dirty="0" err="1"/>
              <a:t>language</a:t>
            </a:r>
            <a:r>
              <a:rPr lang="es-MX" dirty="0"/>
              <a:t>-neutral</a:t>
            </a:r>
          </a:p>
          <a:p>
            <a:r>
              <a:rPr lang="en-US" dirty="0"/>
              <a:t>They are dynamic, as new patterns get introduced  frequently.</a:t>
            </a:r>
          </a:p>
          <a:p>
            <a:r>
              <a:rPr lang="en-US" dirty="0"/>
              <a:t>They are time-tested and well-proven, which is the experience of developers and architects</a:t>
            </a:r>
          </a:p>
          <a:p>
            <a:r>
              <a:rPr lang="en-US" dirty="0"/>
              <a:t>They have reliability and dependence</a:t>
            </a:r>
            <a:endParaRPr lang="es-MX" dirty="0"/>
          </a:p>
        </p:txBody>
      </p:sp>
    </p:spTree>
    <p:extLst>
      <p:ext uri="{BB962C8B-B14F-4D97-AF65-F5344CB8AC3E}">
        <p14:creationId xmlns:p14="http://schemas.microsoft.com/office/powerpoint/2010/main" val="14020367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2BCCD7F-5CDC-4739-AA38-46F07162B8B6}"/>
              </a:ext>
            </a:extLst>
          </p:cNvPr>
          <p:cNvSpPr>
            <a:spLocks noGrp="1"/>
          </p:cNvSpPr>
          <p:nvPr>
            <p:ph type="title"/>
          </p:nvPr>
        </p:nvSpPr>
        <p:spPr/>
        <p:txBody>
          <a:bodyPr/>
          <a:lstStyle/>
          <a:p>
            <a:r>
              <a:rPr lang="es-MX" dirty="0" err="1"/>
              <a:t>Classifying</a:t>
            </a:r>
            <a:r>
              <a:rPr lang="es-MX" dirty="0"/>
              <a:t> </a:t>
            </a:r>
            <a:r>
              <a:rPr lang="es-MX" dirty="0" err="1"/>
              <a:t>patterns</a:t>
            </a:r>
            <a:endParaRPr lang="es-MX" dirty="0"/>
          </a:p>
        </p:txBody>
      </p:sp>
      <p:sp>
        <p:nvSpPr>
          <p:cNvPr id="3" name="Marcador de contenido 2">
            <a:extLst>
              <a:ext uri="{FF2B5EF4-FFF2-40B4-BE49-F238E27FC236}">
                <a16:creationId xmlns:a16="http://schemas.microsoft.com/office/drawing/2014/main" xmlns="" id="{D1D77E26-4831-4EEA-AC6D-92F7038DF6F8}"/>
              </a:ext>
            </a:extLst>
          </p:cNvPr>
          <p:cNvSpPr>
            <a:spLocks noGrp="1"/>
          </p:cNvSpPr>
          <p:nvPr>
            <p:ph idx="1"/>
          </p:nvPr>
        </p:nvSpPr>
        <p:spPr/>
        <p:txBody>
          <a:bodyPr>
            <a:normAutofit fontScale="92500" lnSpcReduction="20000"/>
          </a:bodyPr>
          <a:lstStyle/>
          <a:p>
            <a:r>
              <a:rPr lang="en-US" dirty="0"/>
              <a:t>The book by </a:t>
            </a:r>
            <a:r>
              <a:rPr lang="en-US" dirty="0" err="1"/>
              <a:t>GoF</a:t>
            </a:r>
            <a:r>
              <a:rPr lang="en-US" dirty="0"/>
              <a:t> on design patterns spoke about 23 design patterns and classified them under three main categories: </a:t>
            </a:r>
          </a:p>
          <a:p>
            <a:pPr lvl="1"/>
            <a:r>
              <a:rPr lang="es-MX" dirty="0" err="1"/>
              <a:t>Creational</a:t>
            </a:r>
            <a:r>
              <a:rPr lang="es-MX" dirty="0"/>
              <a:t> </a:t>
            </a:r>
            <a:r>
              <a:rPr lang="es-MX" dirty="0" err="1"/>
              <a:t>patterns</a:t>
            </a:r>
            <a:r>
              <a:rPr lang="es-MX" dirty="0"/>
              <a:t> </a:t>
            </a:r>
          </a:p>
          <a:p>
            <a:pPr lvl="1"/>
            <a:r>
              <a:rPr lang="es-MX" dirty="0"/>
              <a:t> </a:t>
            </a:r>
            <a:r>
              <a:rPr lang="es-MX" dirty="0" err="1"/>
              <a:t>Structural</a:t>
            </a:r>
            <a:r>
              <a:rPr lang="es-MX" dirty="0"/>
              <a:t> </a:t>
            </a:r>
            <a:r>
              <a:rPr lang="es-MX" dirty="0" err="1"/>
              <a:t>patterns</a:t>
            </a:r>
            <a:r>
              <a:rPr lang="es-MX" dirty="0"/>
              <a:t> </a:t>
            </a:r>
          </a:p>
          <a:p>
            <a:pPr lvl="1"/>
            <a:r>
              <a:rPr lang="es-MX" dirty="0"/>
              <a:t> </a:t>
            </a:r>
            <a:r>
              <a:rPr lang="es-MX" dirty="0" err="1"/>
              <a:t>Behavioral</a:t>
            </a:r>
            <a:r>
              <a:rPr lang="es-MX" dirty="0"/>
              <a:t> </a:t>
            </a:r>
            <a:r>
              <a:rPr lang="es-MX" dirty="0" err="1"/>
              <a:t>patterns</a:t>
            </a:r>
            <a:endParaRPr lang="es-MX" dirty="0"/>
          </a:p>
          <a:p>
            <a:pPr lvl="1"/>
            <a:endParaRPr lang="es-MX" u="sng" dirty="0"/>
          </a:p>
          <a:p>
            <a:r>
              <a:rPr lang="en-US" dirty="0"/>
              <a:t>The classification of patterns is done based primarily on how the objects get created, how classes and objects are structured in a software application and also covers the way objects interact among themselves.</a:t>
            </a:r>
            <a:endParaRPr lang="es-MX" dirty="0"/>
          </a:p>
        </p:txBody>
      </p:sp>
    </p:spTree>
    <p:extLst>
      <p:ext uri="{BB962C8B-B14F-4D97-AF65-F5344CB8AC3E}">
        <p14:creationId xmlns:p14="http://schemas.microsoft.com/office/powerpoint/2010/main" val="6600244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A62D9A8-1503-4F39-AE54-668229F3B4D2}"/>
              </a:ext>
            </a:extLst>
          </p:cNvPr>
          <p:cNvSpPr>
            <a:spLocks noGrp="1"/>
          </p:cNvSpPr>
          <p:nvPr>
            <p:ph type="title"/>
          </p:nvPr>
        </p:nvSpPr>
        <p:spPr/>
        <p:txBody>
          <a:bodyPr/>
          <a:lstStyle/>
          <a:p>
            <a:r>
              <a:rPr lang="es-MX" dirty="0" err="1"/>
              <a:t>Creational</a:t>
            </a:r>
            <a:r>
              <a:rPr lang="es-MX" dirty="0"/>
              <a:t> </a:t>
            </a:r>
            <a:r>
              <a:rPr lang="es-MX" dirty="0" err="1"/>
              <a:t>patterns</a:t>
            </a:r>
            <a:endParaRPr lang="es-MX" dirty="0"/>
          </a:p>
        </p:txBody>
      </p:sp>
      <p:sp>
        <p:nvSpPr>
          <p:cNvPr id="3" name="Marcador de contenido 2">
            <a:extLst>
              <a:ext uri="{FF2B5EF4-FFF2-40B4-BE49-F238E27FC236}">
                <a16:creationId xmlns:a16="http://schemas.microsoft.com/office/drawing/2014/main" xmlns="" id="{B6D012AD-7031-4ED8-A9DF-97D7CDA53B45}"/>
              </a:ext>
            </a:extLst>
          </p:cNvPr>
          <p:cNvSpPr>
            <a:spLocks noGrp="1"/>
          </p:cNvSpPr>
          <p:nvPr>
            <p:ph idx="1"/>
          </p:nvPr>
        </p:nvSpPr>
        <p:spPr/>
        <p:txBody>
          <a:bodyPr/>
          <a:lstStyle/>
          <a:p>
            <a:r>
              <a:rPr lang="en-US" dirty="0"/>
              <a:t>They work on the basis of how objects can be created </a:t>
            </a:r>
          </a:p>
          <a:p>
            <a:r>
              <a:rPr lang="en-US" dirty="0"/>
              <a:t> They isolate the details of object creation </a:t>
            </a:r>
          </a:p>
          <a:p>
            <a:r>
              <a:rPr lang="en-US" dirty="0"/>
              <a:t> Code is independent of the type of object to be created</a:t>
            </a:r>
          </a:p>
          <a:p>
            <a:r>
              <a:rPr lang="en-US" dirty="0"/>
              <a:t>Example: </a:t>
            </a:r>
          </a:p>
          <a:p>
            <a:pPr lvl="1"/>
            <a:r>
              <a:rPr lang="en-US" dirty="0"/>
              <a:t>Singleton Pattern</a:t>
            </a:r>
            <a:endParaRPr lang="es-MX" dirty="0"/>
          </a:p>
        </p:txBody>
      </p:sp>
    </p:spTree>
    <p:extLst>
      <p:ext uri="{BB962C8B-B14F-4D97-AF65-F5344CB8AC3E}">
        <p14:creationId xmlns:p14="http://schemas.microsoft.com/office/powerpoint/2010/main" val="3847135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9554818-A152-4F48-ACF8-6B26CA1E2E79}"/>
              </a:ext>
            </a:extLst>
          </p:cNvPr>
          <p:cNvSpPr>
            <a:spLocks noGrp="1"/>
          </p:cNvSpPr>
          <p:nvPr>
            <p:ph type="title"/>
          </p:nvPr>
        </p:nvSpPr>
        <p:spPr/>
        <p:txBody>
          <a:bodyPr/>
          <a:lstStyle/>
          <a:p>
            <a:r>
              <a:rPr lang="es-MX" dirty="0" err="1"/>
              <a:t>Structural</a:t>
            </a:r>
            <a:r>
              <a:rPr lang="es-MX" dirty="0"/>
              <a:t> </a:t>
            </a:r>
            <a:r>
              <a:rPr lang="es-MX" dirty="0" err="1"/>
              <a:t>patterns</a:t>
            </a:r>
            <a:endParaRPr lang="es-MX" dirty="0"/>
          </a:p>
        </p:txBody>
      </p:sp>
      <p:sp>
        <p:nvSpPr>
          <p:cNvPr id="3" name="Marcador de contenido 2">
            <a:extLst>
              <a:ext uri="{FF2B5EF4-FFF2-40B4-BE49-F238E27FC236}">
                <a16:creationId xmlns:a16="http://schemas.microsoft.com/office/drawing/2014/main" xmlns="" id="{B5AF697C-E19B-48BD-810E-DF5BED849026}"/>
              </a:ext>
            </a:extLst>
          </p:cNvPr>
          <p:cNvSpPr>
            <a:spLocks noGrp="1"/>
          </p:cNvSpPr>
          <p:nvPr>
            <p:ph idx="1"/>
          </p:nvPr>
        </p:nvSpPr>
        <p:spPr/>
        <p:txBody>
          <a:bodyPr/>
          <a:lstStyle/>
          <a:p>
            <a:r>
              <a:rPr lang="en-US" dirty="0"/>
              <a:t>They design the structure of objects and classes so that they can compose to achieve larger results </a:t>
            </a:r>
          </a:p>
          <a:p>
            <a:r>
              <a:rPr lang="en-US" dirty="0"/>
              <a:t> The focus is on simplifying the structure and identifying the relationship between classes and objects </a:t>
            </a:r>
          </a:p>
          <a:p>
            <a:r>
              <a:rPr lang="en-US" dirty="0"/>
              <a:t> They focus on class inheritance and composition</a:t>
            </a:r>
          </a:p>
          <a:p>
            <a:r>
              <a:rPr lang="en-US" dirty="0"/>
              <a:t>Example:</a:t>
            </a:r>
          </a:p>
          <a:p>
            <a:pPr lvl="1"/>
            <a:r>
              <a:rPr lang="en-US" dirty="0"/>
              <a:t>The Attend Pattern</a:t>
            </a:r>
            <a:endParaRPr lang="es-MX" dirty="0"/>
          </a:p>
        </p:txBody>
      </p:sp>
    </p:spTree>
    <p:extLst>
      <p:ext uri="{BB962C8B-B14F-4D97-AF65-F5344CB8AC3E}">
        <p14:creationId xmlns:p14="http://schemas.microsoft.com/office/powerpoint/2010/main" val="21747499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7756D62-DD41-440C-8F56-3A6EC4E6CD36}"/>
              </a:ext>
            </a:extLst>
          </p:cNvPr>
          <p:cNvSpPr>
            <a:spLocks noGrp="1"/>
          </p:cNvSpPr>
          <p:nvPr>
            <p:ph type="title"/>
          </p:nvPr>
        </p:nvSpPr>
        <p:spPr/>
        <p:txBody>
          <a:bodyPr/>
          <a:lstStyle/>
          <a:p>
            <a:r>
              <a:rPr lang="es-MX" dirty="0" err="1"/>
              <a:t>Behavioral</a:t>
            </a:r>
            <a:r>
              <a:rPr lang="es-MX" dirty="0"/>
              <a:t> </a:t>
            </a:r>
            <a:r>
              <a:rPr lang="es-MX" dirty="0" err="1"/>
              <a:t>patterns</a:t>
            </a:r>
            <a:endParaRPr lang="es-MX" dirty="0"/>
          </a:p>
        </p:txBody>
      </p:sp>
      <p:sp>
        <p:nvSpPr>
          <p:cNvPr id="3" name="Marcador de contenido 2">
            <a:extLst>
              <a:ext uri="{FF2B5EF4-FFF2-40B4-BE49-F238E27FC236}">
                <a16:creationId xmlns:a16="http://schemas.microsoft.com/office/drawing/2014/main" xmlns="" id="{9FB3CD04-2DD5-4A33-9C3C-DCCD7B52FB68}"/>
              </a:ext>
            </a:extLst>
          </p:cNvPr>
          <p:cNvSpPr>
            <a:spLocks noGrp="1"/>
          </p:cNvSpPr>
          <p:nvPr>
            <p:ph idx="1"/>
          </p:nvPr>
        </p:nvSpPr>
        <p:spPr/>
        <p:txBody>
          <a:bodyPr/>
          <a:lstStyle/>
          <a:p>
            <a:r>
              <a:rPr lang="en-US" dirty="0"/>
              <a:t>They are concerned with the interaction among objects and responsibility of objects </a:t>
            </a:r>
          </a:p>
          <a:p>
            <a:r>
              <a:rPr lang="en-US" dirty="0"/>
              <a:t>Objects should be able to interact and still be loosely coupled</a:t>
            </a:r>
          </a:p>
          <a:p>
            <a:r>
              <a:rPr lang="en-US" dirty="0"/>
              <a:t>Example: </a:t>
            </a:r>
          </a:p>
          <a:p>
            <a:pPr lvl="1"/>
            <a:r>
              <a:rPr lang="en-US" dirty="0"/>
              <a:t>The </a:t>
            </a:r>
            <a:r>
              <a:rPr lang="en-US"/>
              <a:t>Observer Pattern</a:t>
            </a:r>
            <a:endParaRPr lang="es-MX" dirty="0"/>
          </a:p>
        </p:txBody>
      </p:sp>
    </p:spTree>
    <p:extLst>
      <p:ext uri="{BB962C8B-B14F-4D97-AF65-F5344CB8AC3E}">
        <p14:creationId xmlns:p14="http://schemas.microsoft.com/office/powerpoint/2010/main" val="36354042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5FB681E-A2B9-4A83-B92E-EB5815A3F914}"/>
              </a:ext>
            </a:extLst>
          </p:cNvPr>
          <p:cNvSpPr>
            <a:spLocks noGrp="1"/>
          </p:cNvSpPr>
          <p:nvPr>
            <p:ph type="ctrTitle"/>
          </p:nvPr>
        </p:nvSpPr>
        <p:spPr/>
        <p:txBody>
          <a:bodyPr/>
          <a:lstStyle/>
          <a:p>
            <a:r>
              <a:rPr lang="es-MX" dirty="0" err="1"/>
              <a:t>Creational</a:t>
            </a:r>
            <a:r>
              <a:rPr lang="es-MX" dirty="0"/>
              <a:t> </a:t>
            </a:r>
            <a:r>
              <a:rPr lang="es-MX" dirty="0" err="1"/>
              <a:t>Design</a:t>
            </a:r>
            <a:r>
              <a:rPr lang="es-MX" dirty="0"/>
              <a:t> </a:t>
            </a:r>
            <a:r>
              <a:rPr lang="es-MX" dirty="0" err="1"/>
              <a:t>Patterns</a:t>
            </a:r>
            <a:endParaRPr lang="es-MX" dirty="0"/>
          </a:p>
        </p:txBody>
      </p:sp>
      <p:sp>
        <p:nvSpPr>
          <p:cNvPr id="3" name="Subtítulo 2">
            <a:extLst>
              <a:ext uri="{FF2B5EF4-FFF2-40B4-BE49-F238E27FC236}">
                <a16:creationId xmlns:a16="http://schemas.microsoft.com/office/drawing/2014/main" xmlns="" id="{4DC57074-80BF-4CCD-8409-A3E1FA012D7B}"/>
              </a:ext>
            </a:extLst>
          </p:cNvPr>
          <p:cNvSpPr>
            <a:spLocks noGrp="1"/>
          </p:cNvSpPr>
          <p:nvPr>
            <p:ph type="subTitle" idx="1"/>
          </p:nvPr>
        </p:nvSpPr>
        <p:spPr/>
        <p:txBody>
          <a:bodyPr/>
          <a:lstStyle/>
          <a:p>
            <a:endParaRPr lang="es-MX"/>
          </a:p>
        </p:txBody>
      </p:sp>
    </p:spTree>
    <p:extLst>
      <p:ext uri="{BB962C8B-B14F-4D97-AF65-F5344CB8AC3E}">
        <p14:creationId xmlns:p14="http://schemas.microsoft.com/office/powerpoint/2010/main" val="1222070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70ABDB7-ACCA-4C7F-8731-2855AD964C94}"/>
              </a:ext>
            </a:extLst>
          </p:cNvPr>
          <p:cNvSpPr>
            <a:spLocks noGrp="1"/>
          </p:cNvSpPr>
          <p:nvPr>
            <p:ph type="title"/>
          </p:nvPr>
        </p:nvSpPr>
        <p:spPr/>
        <p:txBody>
          <a:bodyPr/>
          <a:lstStyle/>
          <a:p>
            <a:r>
              <a:rPr lang="es-MX" dirty="0" err="1"/>
              <a:t>Singleton</a:t>
            </a:r>
            <a:endParaRPr lang="es-MX" dirty="0"/>
          </a:p>
        </p:txBody>
      </p:sp>
      <p:sp>
        <p:nvSpPr>
          <p:cNvPr id="3" name="Marcador de contenido 2">
            <a:extLst>
              <a:ext uri="{FF2B5EF4-FFF2-40B4-BE49-F238E27FC236}">
                <a16:creationId xmlns:a16="http://schemas.microsoft.com/office/drawing/2014/main" xmlns="" id="{7AEB1AA9-F299-45D2-A976-65D37B842131}"/>
              </a:ext>
            </a:extLst>
          </p:cNvPr>
          <p:cNvSpPr>
            <a:spLocks noGrp="1"/>
          </p:cNvSpPr>
          <p:nvPr>
            <p:ph idx="1"/>
          </p:nvPr>
        </p:nvSpPr>
        <p:spPr/>
        <p:txBody>
          <a:bodyPr/>
          <a:lstStyle/>
          <a:p>
            <a:r>
              <a:rPr lang="en-US" dirty="0"/>
              <a:t>Is a class which only allows a single instance of itself to be created and usually gives simple access to that instance.</a:t>
            </a:r>
          </a:p>
          <a:p>
            <a:r>
              <a:rPr lang="en-US" dirty="0"/>
              <a:t>Singleton is the best candidate when the requirements are as follows:</a:t>
            </a:r>
          </a:p>
          <a:p>
            <a:pPr lvl="1"/>
            <a:r>
              <a:rPr lang="en-US" dirty="0"/>
              <a:t>If you need to control concurrent access to a shared resource</a:t>
            </a:r>
          </a:p>
          <a:p>
            <a:pPr lvl="1"/>
            <a:r>
              <a:rPr lang="en-US" dirty="0"/>
              <a:t>If you need a global point of access for the resource from multiple or different parts of the system</a:t>
            </a:r>
          </a:p>
          <a:p>
            <a:pPr lvl="1"/>
            <a:r>
              <a:rPr lang="en-US" dirty="0"/>
              <a:t>If you need to have only one object</a:t>
            </a:r>
          </a:p>
          <a:p>
            <a:pPr marL="457200" lvl="1" indent="0">
              <a:buNone/>
            </a:pPr>
            <a:endParaRPr lang="es-MX" dirty="0"/>
          </a:p>
        </p:txBody>
      </p:sp>
    </p:spTree>
    <p:extLst>
      <p:ext uri="{BB962C8B-B14F-4D97-AF65-F5344CB8AC3E}">
        <p14:creationId xmlns:p14="http://schemas.microsoft.com/office/powerpoint/2010/main" val="27538513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6934E12-6ED0-4EDC-8B73-471C2D08D2FD}"/>
              </a:ext>
            </a:extLst>
          </p:cNvPr>
          <p:cNvSpPr>
            <a:spLocks noGrp="1"/>
          </p:cNvSpPr>
          <p:nvPr>
            <p:ph type="title"/>
          </p:nvPr>
        </p:nvSpPr>
        <p:spPr/>
        <p:txBody>
          <a:bodyPr/>
          <a:lstStyle/>
          <a:p>
            <a:r>
              <a:rPr lang="es-MX" dirty="0" err="1"/>
              <a:t>Singleton</a:t>
            </a:r>
            <a:r>
              <a:rPr lang="es-MX" dirty="0"/>
              <a:t> (II)</a:t>
            </a:r>
          </a:p>
        </p:txBody>
      </p:sp>
      <p:pic>
        <p:nvPicPr>
          <p:cNvPr id="4" name="Marcador de contenido 3">
            <a:extLst>
              <a:ext uri="{FF2B5EF4-FFF2-40B4-BE49-F238E27FC236}">
                <a16:creationId xmlns:a16="http://schemas.microsoft.com/office/drawing/2014/main" xmlns="" id="{62F25AEC-1039-43BE-9C09-6D49608A2D6B}"/>
              </a:ext>
            </a:extLst>
          </p:cNvPr>
          <p:cNvPicPr>
            <a:picLocks noGrp="1" noChangeAspect="1"/>
          </p:cNvPicPr>
          <p:nvPr>
            <p:ph idx="1"/>
          </p:nvPr>
        </p:nvPicPr>
        <p:blipFill>
          <a:blip r:embed="rId2"/>
          <a:stretch>
            <a:fillRect/>
          </a:stretch>
        </p:blipFill>
        <p:spPr>
          <a:xfrm>
            <a:off x="3953750" y="2557463"/>
            <a:ext cx="4284500" cy="3317875"/>
          </a:xfrm>
          <a:prstGeom prst="rect">
            <a:avLst/>
          </a:prstGeom>
        </p:spPr>
      </p:pic>
    </p:spTree>
    <p:extLst>
      <p:ext uri="{BB962C8B-B14F-4D97-AF65-F5344CB8AC3E}">
        <p14:creationId xmlns:p14="http://schemas.microsoft.com/office/powerpoint/2010/main" val="21591860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F48CDB8-7EA7-48E5-9948-9178A4CCE4AC}"/>
              </a:ext>
            </a:extLst>
          </p:cNvPr>
          <p:cNvSpPr>
            <a:spLocks noGrp="1"/>
          </p:cNvSpPr>
          <p:nvPr>
            <p:ph type="title"/>
          </p:nvPr>
        </p:nvSpPr>
        <p:spPr/>
        <p:txBody>
          <a:bodyPr/>
          <a:lstStyle/>
          <a:p>
            <a:r>
              <a:rPr lang="es-MX" dirty="0" err="1"/>
              <a:t>Builder</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5A8AD282-1B48-4D15-94D9-128626593848}"/>
              </a:ext>
            </a:extLst>
          </p:cNvPr>
          <p:cNvSpPr>
            <a:spLocks noGrp="1"/>
          </p:cNvSpPr>
          <p:nvPr>
            <p:ph idx="1"/>
          </p:nvPr>
        </p:nvSpPr>
        <p:spPr/>
        <p:txBody>
          <a:bodyPr/>
          <a:lstStyle/>
          <a:p>
            <a:r>
              <a:rPr lang="es-MX" dirty="0" err="1"/>
              <a:t>This</a:t>
            </a:r>
            <a:r>
              <a:rPr lang="es-MX" dirty="0"/>
              <a:t> </a:t>
            </a:r>
            <a:r>
              <a:rPr lang="en-US" dirty="0"/>
              <a:t>pattern separates the construction of a complex object from its representation. By keeping the construction separate from the representation, the same construction can be used to create several different representations </a:t>
            </a:r>
          </a:p>
          <a:p>
            <a:r>
              <a:rPr lang="en-US" dirty="0"/>
              <a:t>We use the Builder pattern when we know that an object must be created in multiple steps, and different representations of the same construction are required</a:t>
            </a:r>
          </a:p>
          <a:p>
            <a:endParaRPr lang="es-MX" dirty="0"/>
          </a:p>
        </p:txBody>
      </p:sp>
    </p:spTree>
    <p:extLst>
      <p:ext uri="{BB962C8B-B14F-4D97-AF65-F5344CB8AC3E}">
        <p14:creationId xmlns:p14="http://schemas.microsoft.com/office/powerpoint/2010/main" val="33908449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E8B26CF-A33A-4901-80EA-BBB143E21CD4}"/>
              </a:ext>
            </a:extLst>
          </p:cNvPr>
          <p:cNvSpPr>
            <a:spLocks noGrp="1"/>
          </p:cNvSpPr>
          <p:nvPr>
            <p:ph type="title"/>
          </p:nvPr>
        </p:nvSpPr>
        <p:spPr/>
        <p:txBody>
          <a:bodyPr/>
          <a:lstStyle/>
          <a:p>
            <a:r>
              <a:rPr lang="es-MX" dirty="0" err="1"/>
              <a:t>Builder</a:t>
            </a:r>
            <a:r>
              <a:rPr lang="es-MX" dirty="0"/>
              <a:t> </a:t>
            </a:r>
            <a:r>
              <a:rPr lang="es-MX" dirty="0" err="1"/>
              <a:t>Pattern</a:t>
            </a:r>
            <a:r>
              <a:rPr lang="es-MX" dirty="0"/>
              <a:t> (II)</a:t>
            </a:r>
          </a:p>
        </p:txBody>
      </p:sp>
      <p:pic>
        <p:nvPicPr>
          <p:cNvPr id="1027" name="Picture 3" descr="https://www.codeproject.com/KB/architecture/470476/Gof.jpg">
            <a:extLst>
              <a:ext uri="{FF2B5EF4-FFF2-40B4-BE49-F238E27FC236}">
                <a16:creationId xmlns:a16="http://schemas.microsoft.com/office/drawing/2014/main" xmlns="" id="{0A26AB82-51EF-4C67-9872-ED605E096D1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298575" y="3209089"/>
            <a:ext cx="4718050" cy="2013034"/>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contenido 8">
            <a:extLst>
              <a:ext uri="{FF2B5EF4-FFF2-40B4-BE49-F238E27FC236}">
                <a16:creationId xmlns:a16="http://schemas.microsoft.com/office/drawing/2014/main" xmlns="" id="{6526F283-8789-49AD-B0E3-0984D3D4D241}"/>
              </a:ext>
            </a:extLst>
          </p:cNvPr>
          <p:cNvSpPr>
            <a:spLocks noGrp="1"/>
          </p:cNvSpPr>
          <p:nvPr>
            <p:ph sz="half" idx="2"/>
          </p:nvPr>
        </p:nvSpPr>
        <p:spPr/>
        <p:txBody>
          <a:bodyPr/>
          <a:lstStyle/>
          <a:p>
            <a:pPr marL="0" indent="0">
              <a:buNone/>
            </a:pPr>
            <a:endParaRPr lang="es-MX" dirty="0"/>
          </a:p>
        </p:txBody>
      </p:sp>
      <p:pic>
        <p:nvPicPr>
          <p:cNvPr id="10" name="Imagen 9">
            <a:extLst>
              <a:ext uri="{FF2B5EF4-FFF2-40B4-BE49-F238E27FC236}">
                <a16:creationId xmlns:a16="http://schemas.microsoft.com/office/drawing/2014/main" xmlns="" id="{606E126A-BE00-4270-8131-09157C25BB67}"/>
              </a:ext>
            </a:extLst>
          </p:cNvPr>
          <p:cNvPicPr>
            <a:picLocks noChangeAspect="1"/>
          </p:cNvPicPr>
          <p:nvPr/>
        </p:nvPicPr>
        <p:blipFill>
          <a:blip r:embed="rId3"/>
          <a:stretch>
            <a:fillRect/>
          </a:stretch>
        </p:blipFill>
        <p:spPr>
          <a:xfrm>
            <a:off x="6363217" y="1825625"/>
            <a:ext cx="4799565" cy="4352482"/>
          </a:xfrm>
          <a:prstGeom prst="rect">
            <a:avLst/>
          </a:prstGeom>
        </p:spPr>
      </p:pic>
    </p:spTree>
    <p:extLst>
      <p:ext uri="{BB962C8B-B14F-4D97-AF65-F5344CB8AC3E}">
        <p14:creationId xmlns:p14="http://schemas.microsoft.com/office/powerpoint/2010/main" val="35918598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B41B8E7-FD7F-49CD-9890-F3EA6D52439B}"/>
              </a:ext>
            </a:extLst>
          </p:cNvPr>
          <p:cNvSpPr>
            <a:spLocks noGrp="1"/>
          </p:cNvSpPr>
          <p:nvPr>
            <p:ph type="title"/>
          </p:nvPr>
        </p:nvSpPr>
        <p:spPr/>
        <p:txBody>
          <a:bodyPr/>
          <a:lstStyle/>
          <a:p>
            <a:r>
              <a:rPr lang="es-MX" dirty="0"/>
              <a:t>Factory </a:t>
            </a:r>
            <a:r>
              <a:rPr lang="es-MX" dirty="0" err="1"/>
              <a:t>Pattern</a:t>
            </a:r>
            <a:endParaRPr lang="es-MX" dirty="0"/>
          </a:p>
        </p:txBody>
      </p:sp>
      <p:sp>
        <p:nvSpPr>
          <p:cNvPr id="5" name="Marcador de contenido 4">
            <a:extLst>
              <a:ext uri="{FF2B5EF4-FFF2-40B4-BE49-F238E27FC236}">
                <a16:creationId xmlns:a16="http://schemas.microsoft.com/office/drawing/2014/main" xmlns="" id="{C4E8478E-71E3-407A-BD7C-B80425EEFBF6}"/>
              </a:ext>
            </a:extLst>
          </p:cNvPr>
          <p:cNvSpPr>
            <a:spLocks noGrp="1"/>
          </p:cNvSpPr>
          <p:nvPr>
            <p:ph idx="1"/>
          </p:nvPr>
        </p:nvSpPr>
        <p:spPr/>
        <p:txBody>
          <a:bodyPr>
            <a:normAutofit lnSpcReduction="10000"/>
          </a:bodyPr>
          <a:lstStyle/>
          <a:p>
            <a:r>
              <a:rPr lang="en-US" dirty="0"/>
              <a:t>In the Factory Method, we execute a single function, passing a parameter that provides information about what we want. We are not required to know any details about how the object is implemented and where it is coming from.</a:t>
            </a:r>
          </a:p>
          <a:p>
            <a:r>
              <a:rPr lang="en-US" dirty="0"/>
              <a:t>The main advantages of using the Factory Method pattern are:</a:t>
            </a:r>
          </a:p>
          <a:p>
            <a:pPr lvl="1"/>
            <a:r>
              <a:rPr lang="en-US" dirty="0"/>
              <a:t>It makes code more universal, not being tied to concrete classes (</a:t>
            </a:r>
            <a:r>
              <a:rPr lang="en-US" sz="2400" dirty="0" err="1"/>
              <a:t>ConcreteProduct</a:t>
            </a:r>
            <a:r>
              <a:rPr lang="en-US" dirty="0"/>
              <a:t>) but to interfaces (</a:t>
            </a:r>
            <a:r>
              <a:rPr lang="en-US" sz="2400" dirty="0"/>
              <a:t>Product</a:t>
            </a:r>
            <a:r>
              <a:rPr lang="en-US" dirty="0"/>
              <a:t>) providing low coupling.</a:t>
            </a:r>
          </a:p>
          <a:p>
            <a:pPr lvl="1"/>
            <a:r>
              <a:rPr lang="en-US" dirty="0"/>
              <a:t>It separates interfaces from their implementations</a:t>
            </a:r>
            <a:endParaRPr lang="es-MX" dirty="0"/>
          </a:p>
        </p:txBody>
      </p:sp>
    </p:spTree>
    <p:extLst>
      <p:ext uri="{BB962C8B-B14F-4D97-AF65-F5344CB8AC3E}">
        <p14:creationId xmlns:p14="http://schemas.microsoft.com/office/powerpoint/2010/main" val="29009288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D160588-455B-4D2F-A730-FD67B6098BA4}"/>
              </a:ext>
            </a:extLst>
          </p:cNvPr>
          <p:cNvSpPr>
            <a:spLocks noGrp="1"/>
          </p:cNvSpPr>
          <p:nvPr>
            <p:ph type="title"/>
          </p:nvPr>
        </p:nvSpPr>
        <p:spPr/>
        <p:txBody>
          <a:bodyPr/>
          <a:lstStyle/>
          <a:p>
            <a:r>
              <a:rPr lang="es-MX" dirty="0"/>
              <a:t>Factory </a:t>
            </a:r>
            <a:r>
              <a:rPr lang="es-MX" dirty="0" err="1"/>
              <a:t>Pattern</a:t>
            </a:r>
            <a:r>
              <a:rPr lang="es-MX" dirty="0"/>
              <a:t> (II)</a:t>
            </a:r>
          </a:p>
        </p:txBody>
      </p:sp>
      <p:pic>
        <p:nvPicPr>
          <p:cNvPr id="4" name="Marcador de contenido 3">
            <a:extLst>
              <a:ext uri="{FF2B5EF4-FFF2-40B4-BE49-F238E27FC236}">
                <a16:creationId xmlns:a16="http://schemas.microsoft.com/office/drawing/2014/main" xmlns="" id="{92865BA4-F43B-4BD0-9982-853449B2F9CE}"/>
              </a:ext>
            </a:extLst>
          </p:cNvPr>
          <p:cNvPicPr>
            <a:picLocks noGrp="1" noChangeAspect="1"/>
          </p:cNvPicPr>
          <p:nvPr>
            <p:ph idx="1"/>
          </p:nvPr>
        </p:nvPicPr>
        <p:blipFill>
          <a:blip r:embed="rId2"/>
          <a:stretch>
            <a:fillRect/>
          </a:stretch>
        </p:blipFill>
        <p:spPr>
          <a:xfrm>
            <a:off x="2482712" y="1893577"/>
            <a:ext cx="7226575" cy="3751083"/>
          </a:xfrm>
          <a:prstGeom prst="rect">
            <a:avLst/>
          </a:prstGeom>
        </p:spPr>
      </p:pic>
    </p:spTree>
    <p:extLst>
      <p:ext uri="{BB962C8B-B14F-4D97-AF65-F5344CB8AC3E}">
        <p14:creationId xmlns:p14="http://schemas.microsoft.com/office/powerpoint/2010/main" val="1641770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7D4FF20-AFF3-487E-92EB-83CCD280AC4D}"/>
              </a:ext>
            </a:extLst>
          </p:cNvPr>
          <p:cNvSpPr>
            <a:spLocks noGrp="1"/>
          </p:cNvSpPr>
          <p:nvPr>
            <p:ph type="title"/>
          </p:nvPr>
        </p:nvSpPr>
        <p:spPr/>
        <p:txBody>
          <a:bodyPr/>
          <a:lstStyle/>
          <a:p>
            <a:r>
              <a:rPr lang="es-MX" dirty="0" err="1"/>
              <a:t>Abstract</a:t>
            </a:r>
            <a:r>
              <a:rPr lang="es-MX" dirty="0"/>
              <a:t> Factory </a:t>
            </a:r>
            <a:r>
              <a:rPr lang="es-MX" dirty="0" err="1"/>
              <a:t>Pattern</a:t>
            </a:r>
            <a:endParaRPr lang="es-MX" dirty="0"/>
          </a:p>
        </p:txBody>
      </p:sp>
      <p:sp>
        <p:nvSpPr>
          <p:cNvPr id="3" name="Marcador de contenido 2">
            <a:extLst>
              <a:ext uri="{FF2B5EF4-FFF2-40B4-BE49-F238E27FC236}">
                <a16:creationId xmlns:a16="http://schemas.microsoft.com/office/drawing/2014/main" xmlns="" id="{3B13E49A-907E-4EC6-B586-285435B41CD4}"/>
              </a:ext>
            </a:extLst>
          </p:cNvPr>
          <p:cNvSpPr>
            <a:spLocks noGrp="1"/>
          </p:cNvSpPr>
          <p:nvPr>
            <p:ph idx="1"/>
          </p:nvPr>
        </p:nvSpPr>
        <p:spPr/>
        <p:txBody>
          <a:bodyPr/>
          <a:lstStyle/>
          <a:p>
            <a:r>
              <a:rPr lang="en-US" dirty="0"/>
              <a:t>The Abstract Factory design pattern is a generalization of Factory Method. Basically, an Abstract Factory is a (logical) group of Factory Methods, where each Factory Method is responsible for generating a different kind of object </a:t>
            </a:r>
          </a:p>
          <a:p>
            <a:r>
              <a:rPr lang="en-US" dirty="0"/>
              <a:t>The main advantages of using the Abstract Factory pattern are as follows:</a:t>
            </a:r>
          </a:p>
          <a:p>
            <a:pPr lvl="1"/>
            <a:r>
              <a:rPr lang="en-US" dirty="0"/>
              <a:t>It simplifies the replacement of product families</a:t>
            </a:r>
          </a:p>
          <a:p>
            <a:pPr lvl="1"/>
            <a:r>
              <a:rPr lang="en-US" dirty="0"/>
              <a:t>It ensures the compatibility of the products in the product's family</a:t>
            </a:r>
          </a:p>
          <a:p>
            <a:pPr lvl="1"/>
            <a:r>
              <a:rPr lang="en-US" dirty="0"/>
              <a:t>It isolates the concrete classes from the client</a:t>
            </a:r>
            <a:endParaRPr lang="es-MX" u="sng" dirty="0"/>
          </a:p>
        </p:txBody>
      </p:sp>
    </p:spTree>
    <p:extLst>
      <p:ext uri="{BB962C8B-B14F-4D97-AF65-F5344CB8AC3E}">
        <p14:creationId xmlns:p14="http://schemas.microsoft.com/office/powerpoint/2010/main" val="30517528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F5CA870-8C22-4732-847C-CA2793B2F653}"/>
              </a:ext>
            </a:extLst>
          </p:cNvPr>
          <p:cNvSpPr>
            <a:spLocks noGrp="1"/>
          </p:cNvSpPr>
          <p:nvPr>
            <p:ph type="title"/>
          </p:nvPr>
        </p:nvSpPr>
        <p:spPr/>
        <p:txBody>
          <a:bodyPr/>
          <a:lstStyle/>
          <a:p>
            <a:r>
              <a:rPr lang="es-MX" dirty="0" err="1"/>
              <a:t>Abstract</a:t>
            </a:r>
            <a:r>
              <a:rPr lang="es-MX" dirty="0"/>
              <a:t> Factory </a:t>
            </a:r>
            <a:r>
              <a:rPr lang="es-MX" dirty="0" err="1"/>
              <a:t>Pattern</a:t>
            </a:r>
            <a:r>
              <a:rPr lang="es-MX" dirty="0"/>
              <a:t> (II)</a:t>
            </a:r>
          </a:p>
        </p:txBody>
      </p:sp>
      <p:pic>
        <p:nvPicPr>
          <p:cNvPr id="4" name="Marcador de contenido 3">
            <a:extLst>
              <a:ext uri="{FF2B5EF4-FFF2-40B4-BE49-F238E27FC236}">
                <a16:creationId xmlns:a16="http://schemas.microsoft.com/office/drawing/2014/main" xmlns="" id="{B0C84305-944F-4565-8885-1771D3B8973F}"/>
              </a:ext>
            </a:extLst>
          </p:cNvPr>
          <p:cNvPicPr>
            <a:picLocks noGrp="1" noChangeAspect="1"/>
          </p:cNvPicPr>
          <p:nvPr>
            <p:ph idx="1"/>
          </p:nvPr>
        </p:nvPicPr>
        <p:blipFill>
          <a:blip r:embed="rId2"/>
          <a:stretch>
            <a:fillRect/>
          </a:stretch>
        </p:blipFill>
        <p:spPr>
          <a:xfrm>
            <a:off x="1193728" y="1690688"/>
            <a:ext cx="9804543" cy="4328301"/>
          </a:xfrm>
          <a:prstGeom prst="rect">
            <a:avLst/>
          </a:prstGeom>
        </p:spPr>
      </p:pic>
    </p:spTree>
    <p:extLst>
      <p:ext uri="{BB962C8B-B14F-4D97-AF65-F5344CB8AC3E}">
        <p14:creationId xmlns:p14="http://schemas.microsoft.com/office/powerpoint/2010/main" val="17386169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214F08F-FDB5-4EBD-B12C-6D36F5547BAF}"/>
              </a:ext>
            </a:extLst>
          </p:cNvPr>
          <p:cNvSpPr>
            <a:spLocks noGrp="1"/>
          </p:cNvSpPr>
          <p:nvPr>
            <p:ph type="title"/>
          </p:nvPr>
        </p:nvSpPr>
        <p:spPr/>
        <p:txBody>
          <a:bodyPr/>
          <a:lstStyle/>
          <a:p>
            <a:r>
              <a:rPr lang="es-MX" dirty="0" err="1"/>
              <a:t>Prototype</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87A07FF8-E40A-4B09-BA94-CFD1FF89FBCF}"/>
              </a:ext>
            </a:extLst>
          </p:cNvPr>
          <p:cNvSpPr>
            <a:spLocks noGrp="1"/>
          </p:cNvSpPr>
          <p:nvPr>
            <p:ph idx="1"/>
          </p:nvPr>
        </p:nvSpPr>
        <p:spPr/>
        <p:txBody>
          <a:bodyPr/>
          <a:lstStyle/>
          <a:p>
            <a:r>
              <a:rPr lang="en-US" dirty="0"/>
              <a:t>In its simplest version, the Prototype pattern is just a clone() function that accepts an object as an input parameter and returns a clone of it. </a:t>
            </a:r>
          </a:p>
          <a:p>
            <a:r>
              <a:rPr lang="en-US" dirty="0"/>
              <a:t>The Prototype pattern is useful when we have an existing object and we want to create an exact copy of it. A copy of an object is usually required when we know that parts of the object will be modified but we want to keep the original object untouched </a:t>
            </a:r>
          </a:p>
          <a:p>
            <a:endParaRPr lang="es-MX" dirty="0"/>
          </a:p>
        </p:txBody>
      </p:sp>
    </p:spTree>
    <p:extLst>
      <p:ext uri="{BB962C8B-B14F-4D97-AF65-F5344CB8AC3E}">
        <p14:creationId xmlns:p14="http://schemas.microsoft.com/office/powerpoint/2010/main" val="17384637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5A8035E-601F-4F86-93F6-A02B8B42A550}"/>
              </a:ext>
            </a:extLst>
          </p:cNvPr>
          <p:cNvSpPr>
            <a:spLocks noGrp="1"/>
          </p:cNvSpPr>
          <p:nvPr>
            <p:ph type="title"/>
          </p:nvPr>
        </p:nvSpPr>
        <p:spPr/>
        <p:txBody>
          <a:bodyPr/>
          <a:lstStyle/>
          <a:p>
            <a:r>
              <a:rPr lang="es-MX" u="sng" dirty="0" err="1"/>
              <a:t>Prototype</a:t>
            </a:r>
            <a:r>
              <a:rPr lang="es-MX" u="sng" dirty="0"/>
              <a:t> </a:t>
            </a:r>
            <a:r>
              <a:rPr lang="es-MX" u="sng" dirty="0" err="1"/>
              <a:t>Pattern</a:t>
            </a:r>
            <a:r>
              <a:rPr lang="es-MX" u="sng" dirty="0"/>
              <a:t> (II)</a:t>
            </a:r>
          </a:p>
        </p:txBody>
      </p:sp>
      <p:sp>
        <p:nvSpPr>
          <p:cNvPr id="3" name="Marcador de contenido 2">
            <a:extLst>
              <a:ext uri="{FF2B5EF4-FFF2-40B4-BE49-F238E27FC236}">
                <a16:creationId xmlns:a16="http://schemas.microsoft.com/office/drawing/2014/main" xmlns="" id="{0CFD2A1C-2AC2-4A23-ACE3-FC53FE22E663}"/>
              </a:ext>
            </a:extLst>
          </p:cNvPr>
          <p:cNvSpPr>
            <a:spLocks noGrp="1"/>
          </p:cNvSpPr>
          <p:nvPr>
            <p:ph idx="1"/>
          </p:nvPr>
        </p:nvSpPr>
        <p:spPr/>
        <p:txBody>
          <a:bodyPr/>
          <a:lstStyle/>
          <a:p>
            <a:endParaRPr lang="es-MX" dirty="0"/>
          </a:p>
        </p:txBody>
      </p:sp>
      <p:pic>
        <p:nvPicPr>
          <p:cNvPr id="8" name="Imagen 7">
            <a:extLst>
              <a:ext uri="{FF2B5EF4-FFF2-40B4-BE49-F238E27FC236}">
                <a16:creationId xmlns:a16="http://schemas.microsoft.com/office/drawing/2014/main" xmlns="" id="{01DD270C-15DC-4161-9848-517B2400AE3E}"/>
              </a:ext>
            </a:extLst>
          </p:cNvPr>
          <p:cNvPicPr>
            <a:picLocks noChangeAspect="1"/>
          </p:cNvPicPr>
          <p:nvPr/>
        </p:nvPicPr>
        <p:blipFill>
          <a:blip r:embed="rId2"/>
          <a:stretch>
            <a:fillRect/>
          </a:stretch>
        </p:blipFill>
        <p:spPr>
          <a:xfrm>
            <a:off x="1364002" y="2276682"/>
            <a:ext cx="9463995" cy="3103701"/>
          </a:xfrm>
          <a:prstGeom prst="rect">
            <a:avLst/>
          </a:prstGeom>
        </p:spPr>
      </p:pic>
    </p:spTree>
    <p:extLst>
      <p:ext uri="{BB962C8B-B14F-4D97-AF65-F5344CB8AC3E}">
        <p14:creationId xmlns:p14="http://schemas.microsoft.com/office/powerpoint/2010/main" val="32145388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xmlns="" id="{20CB9CF1-CB61-408D-83C6-9C7140295BEF}"/>
              </a:ext>
            </a:extLst>
          </p:cNvPr>
          <p:cNvSpPr>
            <a:spLocks noGrp="1"/>
          </p:cNvSpPr>
          <p:nvPr>
            <p:ph type="ctrTitle"/>
          </p:nvPr>
        </p:nvSpPr>
        <p:spPr/>
        <p:txBody>
          <a:bodyPr/>
          <a:lstStyle/>
          <a:p>
            <a:r>
              <a:rPr lang="es-MX" dirty="0"/>
              <a:t>Estructural </a:t>
            </a:r>
            <a:r>
              <a:rPr lang="es-MX" dirty="0" err="1"/>
              <a:t>Design</a:t>
            </a:r>
            <a:r>
              <a:rPr lang="es-MX" dirty="0"/>
              <a:t> </a:t>
            </a:r>
            <a:r>
              <a:rPr lang="es-MX" dirty="0" err="1"/>
              <a:t>Patterns</a:t>
            </a:r>
            <a:endParaRPr lang="es-MX" dirty="0"/>
          </a:p>
        </p:txBody>
      </p:sp>
      <p:sp>
        <p:nvSpPr>
          <p:cNvPr id="7" name="Subtítulo 6">
            <a:extLst>
              <a:ext uri="{FF2B5EF4-FFF2-40B4-BE49-F238E27FC236}">
                <a16:creationId xmlns:a16="http://schemas.microsoft.com/office/drawing/2014/main" xmlns="" id="{E4FF9A03-AA6E-4F95-A274-CC34999F29DA}"/>
              </a:ext>
            </a:extLst>
          </p:cNvPr>
          <p:cNvSpPr>
            <a:spLocks noGrp="1"/>
          </p:cNvSpPr>
          <p:nvPr>
            <p:ph type="subTitle" idx="1"/>
          </p:nvPr>
        </p:nvSpPr>
        <p:spPr/>
        <p:txBody>
          <a:bodyPr/>
          <a:lstStyle/>
          <a:p>
            <a:endParaRPr lang="es-MX"/>
          </a:p>
        </p:txBody>
      </p:sp>
    </p:spTree>
    <p:extLst>
      <p:ext uri="{BB962C8B-B14F-4D97-AF65-F5344CB8AC3E}">
        <p14:creationId xmlns:p14="http://schemas.microsoft.com/office/powerpoint/2010/main" val="2870153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5A8E653-8824-4D7D-95B7-D131E5C9521D}"/>
              </a:ext>
            </a:extLst>
          </p:cNvPr>
          <p:cNvSpPr>
            <a:spLocks noGrp="1"/>
          </p:cNvSpPr>
          <p:nvPr>
            <p:ph type="title"/>
          </p:nvPr>
        </p:nvSpPr>
        <p:spPr/>
        <p:txBody>
          <a:bodyPr/>
          <a:lstStyle/>
          <a:p>
            <a:r>
              <a:rPr lang="es-MX" dirty="0" err="1"/>
              <a:t>Pattern</a:t>
            </a:r>
            <a:r>
              <a:rPr lang="es-MX" dirty="0"/>
              <a:t> </a:t>
            </a:r>
            <a:r>
              <a:rPr lang="es-MX" dirty="0" err="1"/>
              <a:t>Adapter</a:t>
            </a:r>
            <a:endParaRPr lang="es-MX" dirty="0"/>
          </a:p>
        </p:txBody>
      </p:sp>
      <p:sp>
        <p:nvSpPr>
          <p:cNvPr id="3" name="Marcador de contenido 2">
            <a:extLst>
              <a:ext uri="{FF2B5EF4-FFF2-40B4-BE49-F238E27FC236}">
                <a16:creationId xmlns:a16="http://schemas.microsoft.com/office/drawing/2014/main" xmlns="" id="{0D198E8B-D544-4856-A37A-5CA7B8AB06D6}"/>
              </a:ext>
            </a:extLst>
          </p:cNvPr>
          <p:cNvSpPr>
            <a:spLocks noGrp="1"/>
          </p:cNvSpPr>
          <p:nvPr>
            <p:ph idx="1"/>
          </p:nvPr>
        </p:nvSpPr>
        <p:spPr/>
        <p:txBody>
          <a:bodyPr/>
          <a:lstStyle/>
          <a:p>
            <a:r>
              <a:rPr lang="en-US" dirty="0"/>
              <a:t>The Adapter pattern allows a system to use classes of another system that is incompatible with it.</a:t>
            </a:r>
          </a:p>
          <a:p>
            <a:r>
              <a:rPr lang="en-US" dirty="0"/>
              <a:t>Adapter pattern acts as a bridge between two incompatible interfaces. This pattern involves a single class called adapter which is responsible for communication between two independent or incompatible interfaces.</a:t>
            </a:r>
            <a:endParaRPr lang="es-MX" dirty="0"/>
          </a:p>
          <a:p>
            <a:r>
              <a:rPr lang="en-US" dirty="0"/>
              <a:t>Does not require access to the source code of the foreign interface </a:t>
            </a:r>
            <a:endParaRPr lang="es-MX" dirty="0"/>
          </a:p>
          <a:p>
            <a:r>
              <a:rPr lang="en-US" dirty="0"/>
              <a:t>Does not violate the open/closed principle </a:t>
            </a:r>
          </a:p>
          <a:p>
            <a:endParaRPr lang="en-US" dirty="0"/>
          </a:p>
          <a:p>
            <a:endParaRPr lang="es-MX" dirty="0"/>
          </a:p>
        </p:txBody>
      </p:sp>
    </p:spTree>
    <p:extLst>
      <p:ext uri="{BB962C8B-B14F-4D97-AF65-F5344CB8AC3E}">
        <p14:creationId xmlns:p14="http://schemas.microsoft.com/office/powerpoint/2010/main" val="38446153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BDA8C98-2CD0-496F-BB75-BBD408949426}"/>
              </a:ext>
            </a:extLst>
          </p:cNvPr>
          <p:cNvSpPr>
            <a:spLocks noGrp="1"/>
          </p:cNvSpPr>
          <p:nvPr>
            <p:ph type="title"/>
          </p:nvPr>
        </p:nvSpPr>
        <p:spPr>
          <a:xfrm>
            <a:off x="1295402" y="982133"/>
            <a:ext cx="9601196" cy="708556"/>
          </a:xfrm>
        </p:spPr>
        <p:txBody>
          <a:bodyPr>
            <a:normAutofit fontScale="90000"/>
          </a:bodyPr>
          <a:lstStyle/>
          <a:p>
            <a:r>
              <a:rPr lang="es-MX" dirty="0" err="1"/>
              <a:t>Pattern</a:t>
            </a:r>
            <a:r>
              <a:rPr lang="es-MX" dirty="0"/>
              <a:t> </a:t>
            </a:r>
            <a:r>
              <a:rPr lang="es-MX" dirty="0" err="1"/>
              <a:t>Adapter</a:t>
            </a:r>
            <a:r>
              <a:rPr lang="es-MX" dirty="0"/>
              <a:t> (II)</a:t>
            </a:r>
          </a:p>
        </p:txBody>
      </p:sp>
      <p:pic>
        <p:nvPicPr>
          <p:cNvPr id="4" name="Marcador de contenido 3">
            <a:extLst>
              <a:ext uri="{FF2B5EF4-FFF2-40B4-BE49-F238E27FC236}">
                <a16:creationId xmlns:a16="http://schemas.microsoft.com/office/drawing/2014/main" xmlns="" id="{13468F6B-9F73-452F-AF62-BB831D0B226F}"/>
              </a:ext>
            </a:extLst>
          </p:cNvPr>
          <p:cNvPicPr>
            <a:picLocks noGrp="1" noChangeAspect="1"/>
          </p:cNvPicPr>
          <p:nvPr>
            <p:ph idx="1"/>
          </p:nvPr>
        </p:nvPicPr>
        <p:blipFill>
          <a:blip r:embed="rId2"/>
          <a:stretch>
            <a:fillRect/>
          </a:stretch>
        </p:blipFill>
        <p:spPr>
          <a:xfrm>
            <a:off x="1561775" y="1690688"/>
            <a:ext cx="9068449" cy="4075358"/>
          </a:xfrm>
          <a:prstGeom prst="rect">
            <a:avLst/>
          </a:prstGeom>
        </p:spPr>
      </p:pic>
    </p:spTree>
    <p:extLst>
      <p:ext uri="{BB962C8B-B14F-4D97-AF65-F5344CB8AC3E}">
        <p14:creationId xmlns:p14="http://schemas.microsoft.com/office/powerpoint/2010/main" val="8173938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0109E45-2C0F-40D4-8677-5A68FAACC103}"/>
              </a:ext>
            </a:extLst>
          </p:cNvPr>
          <p:cNvSpPr>
            <a:spLocks noGrp="1"/>
          </p:cNvSpPr>
          <p:nvPr>
            <p:ph type="title"/>
          </p:nvPr>
        </p:nvSpPr>
        <p:spPr/>
        <p:txBody>
          <a:bodyPr/>
          <a:lstStyle/>
          <a:p>
            <a:r>
              <a:rPr lang="es-MX" dirty="0" err="1"/>
              <a:t>Pattern</a:t>
            </a:r>
            <a:r>
              <a:rPr lang="es-MX" dirty="0"/>
              <a:t> Bridge</a:t>
            </a:r>
          </a:p>
        </p:txBody>
      </p:sp>
      <p:sp>
        <p:nvSpPr>
          <p:cNvPr id="3" name="Marcador de contenido 2">
            <a:extLst>
              <a:ext uri="{FF2B5EF4-FFF2-40B4-BE49-F238E27FC236}">
                <a16:creationId xmlns:a16="http://schemas.microsoft.com/office/drawing/2014/main" xmlns="" id="{94F4646F-1DFB-46DB-A221-93C6DB5203C6}"/>
              </a:ext>
            </a:extLst>
          </p:cNvPr>
          <p:cNvSpPr>
            <a:spLocks noGrp="1"/>
          </p:cNvSpPr>
          <p:nvPr>
            <p:ph idx="1"/>
          </p:nvPr>
        </p:nvSpPr>
        <p:spPr/>
        <p:txBody>
          <a:bodyPr/>
          <a:lstStyle/>
          <a:p>
            <a:r>
              <a:rPr lang="en-US" dirty="0"/>
              <a:t>Bridge pattern is used to separate an abstraction from its implementation so that both can be modified independently.</a:t>
            </a:r>
          </a:p>
          <a:p>
            <a:r>
              <a:rPr lang="en-US" dirty="0"/>
              <a:t>the Bridge Pattern's purpose is to provide multiple pathways between two components that are nothing but achieving many to many communication between multiple implementations of the source and the target components. So technically, it receives a request from one of the many implementations of the source component, and based on the client requirements, sends it to one of the many implementations of the target component</a:t>
            </a:r>
            <a:endParaRPr lang="es-MX" dirty="0"/>
          </a:p>
        </p:txBody>
      </p:sp>
    </p:spTree>
    <p:extLst>
      <p:ext uri="{BB962C8B-B14F-4D97-AF65-F5344CB8AC3E}">
        <p14:creationId xmlns:p14="http://schemas.microsoft.com/office/powerpoint/2010/main" val="21195489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FA4633B-5F37-4E31-A293-56CED7C6CE13}"/>
              </a:ext>
            </a:extLst>
          </p:cNvPr>
          <p:cNvSpPr>
            <a:spLocks noGrp="1"/>
          </p:cNvSpPr>
          <p:nvPr>
            <p:ph type="title"/>
          </p:nvPr>
        </p:nvSpPr>
        <p:spPr/>
        <p:txBody>
          <a:bodyPr/>
          <a:lstStyle/>
          <a:p>
            <a:r>
              <a:rPr lang="es-MX" dirty="0"/>
              <a:t>Bridge </a:t>
            </a:r>
            <a:r>
              <a:rPr lang="es-MX" dirty="0" err="1"/>
              <a:t>Pattern</a:t>
            </a:r>
            <a:r>
              <a:rPr lang="es-MX" dirty="0"/>
              <a:t> (II)</a:t>
            </a:r>
          </a:p>
        </p:txBody>
      </p:sp>
      <p:sp>
        <p:nvSpPr>
          <p:cNvPr id="3" name="Marcador de contenido 2">
            <a:extLst>
              <a:ext uri="{FF2B5EF4-FFF2-40B4-BE49-F238E27FC236}">
                <a16:creationId xmlns:a16="http://schemas.microsoft.com/office/drawing/2014/main" xmlns="" id="{002BBD64-D2D1-40FB-9EB9-2AF271612707}"/>
              </a:ext>
            </a:extLst>
          </p:cNvPr>
          <p:cNvSpPr>
            <a:spLocks noGrp="1"/>
          </p:cNvSpPr>
          <p:nvPr>
            <p:ph idx="1"/>
          </p:nvPr>
        </p:nvSpPr>
        <p:spPr/>
        <p:txBody>
          <a:bodyPr/>
          <a:lstStyle/>
          <a:p>
            <a:r>
              <a:rPr lang="en-US" dirty="0"/>
              <a:t>It’s often confused with the Adaptor pattern</a:t>
            </a:r>
            <a:endParaRPr lang="en-US" u="sng" dirty="0"/>
          </a:p>
          <a:p>
            <a:endParaRPr lang="es-MX" dirty="0"/>
          </a:p>
        </p:txBody>
      </p:sp>
      <p:pic>
        <p:nvPicPr>
          <p:cNvPr id="4" name="Imagen 3">
            <a:extLst>
              <a:ext uri="{FF2B5EF4-FFF2-40B4-BE49-F238E27FC236}">
                <a16:creationId xmlns:a16="http://schemas.microsoft.com/office/drawing/2014/main" xmlns="" id="{63D48E62-CC1D-4D3B-ACA6-11FF348F9F9B}"/>
              </a:ext>
            </a:extLst>
          </p:cNvPr>
          <p:cNvPicPr>
            <a:picLocks noChangeAspect="1"/>
          </p:cNvPicPr>
          <p:nvPr/>
        </p:nvPicPr>
        <p:blipFill>
          <a:blip r:embed="rId2"/>
          <a:stretch>
            <a:fillRect/>
          </a:stretch>
        </p:blipFill>
        <p:spPr>
          <a:xfrm>
            <a:off x="1920633" y="2349976"/>
            <a:ext cx="8350734" cy="3858014"/>
          </a:xfrm>
          <a:prstGeom prst="rect">
            <a:avLst/>
          </a:prstGeom>
        </p:spPr>
      </p:pic>
    </p:spTree>
    <p:extLst>
      <p:ext uri="{BB962C8B-B14F-4D97-AF65-F5344CB8AC3E}">
        <p14:creationId xmlns:p14="http://schemas.microsoft.com/office/powerpoint/2010/main" val="3847790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67E64DB-CA3C-4AED-8EBC-769F4CC6467D}"/>
              </a:ext>
            </a:extLst>
          </p:cNvPr>
          <p:cNvSpPr>
            <a:spLocks noGrp="1"/>
          </p:cNvSpPr>
          <p:nvPr>
            <p:ph type="title"/>
          </p:nvPr>
        </p:nvSpPr>
        <p:spPr/>
        <p:txBody>
          <a:bodyPr/>
          <a:lstStyle/>
          <a:p>
            <a:r>
              <a:rPr lang="es-MX" dirty="0"/>
              <a:t>Composite </a:t>
            </a:r>
            <a:r>
              <a:rPr lang="es-MX" dirty="0" err="1"/>
              <a:t>Pattern</a:t>
            </a:r>
            <a:endParaRPr lang="es-MX" dirty="0"/>
          </a:p>
        </p:txBody>
      </p:sp>
      <p:sp>
        <p:nvSpPr>
          <p:cNvPr id="3" name="Marcador de contenido 2">
            <a:extLst>
              <a:ext uri="{FF2B5EF4-FFF2-40B4-BE49-F238E27FC236}">
                <a16:creationId xmlns:a16="http://schemas.microsoft.com/office/drawing/2014/main" xmlns="" id="{5CF09586-6F4F-45A5-93C6-015659A88272}"/>
              </a:ext>
            </a:extLst>
          </p:cNvPr>
          <p:cNvSpPr>
            <a:spLocks noGrp="1"/>
          </p:cNvSpPr>
          <p:nvPr>
            <p:ph idx="1"/>
          </p:nvPr>
        </p:nvSpPr>
        <p:spPr/>
        <p:txBody>
          <a:bodyPr/>
          <a:lstStyle/>
          <a:p>
            <a:r>
              <a:rPr lang="en-US" dirty="0"/>
              <a:t>Compose objects into tree structures to represent whole-part hierarchies. Composite lets clients treat individual objects and compositions of objects uniformly</a:t>
            </a:r>
          </a:p>
          <a:p>
            <a:r>
              <a:rPr lang="en-US" dirty="0"/>
              <a:t>Composite pattern is used when you need to set up objects into the tree structure to represent part-whole hierarchy. Within the tree structure every element is responsible to perform a task.</a:t>
            </a:r>
          </a:p>
          <a:p>
            <a:endParaRPr lang="es-MX" dirty="0"/>
          </a:p>
        </p:txBody>
      </p:sp>
    </p:spTree>
    <p:extLst>
      <p:ext uri="{BB962C8B-B14F-4D97-AF65-F5344CB8AC3E}">
        <p14:creationId xmlns:p14="http://schemas.microsoft.com/office/powerpoint/2010/main" val="18142943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50EE474-FDA4-4EE9-970A-E13C54969C30}"/>
              </a:ext>
            </a:extLst>
          </p:cNvPr>
          <p:cNvSpPr>
            <a:spLocks noGrp="1"/>
          </p:cNvSpPr>
          <p:nvPr>
            <p:ph type="title"/>
          </p:nvPr>
        </p:nvSpPr>
        <p:spPr/>
        <p:txBody>
          <a:bodyPr/>
          <a:lstStyle/>
          <a:p>
            <a:r>
              <a:rPr lang="es-MX" dirty="0"/>
              <a:t>Composite </a:t>
            </a:r>
            <a:r>
              <a:rPr lang="es-MX" dirty="0" err="1"/>
              <a:t>Pattern</a:t>
            </a:r>
            <a:r>
              <a:rPr lang="es-MX" dirty="0"/>
              <a:t> (II)</a:t>
            </a:r>
          </a:p>
        </p:txBody>
      </p:sp>
      <p:pic>
        <p:nvPicPr>
          <p:cNvPr id="4" name="Marcador de contenido 3">
            <a:extLst>
              <a:ext uri="{FF2B5EF4-FFF2-40B4-BE49-F238E27FC236}">
                <a16:creationId xmlns:a16="http://schemas.microsoft.com/office/drawing/2014/main" xmlns="" id="{F0A3AD78-0B44-4963-BE2F-2B9DA60FA59E}"/>
              </a:ext>
            </a:extLst>
          </p:cNvPr>
          <p:cNvPicPr>
            <a:picLocks noGrp="1" noChangeAspect="1"/>
          </p:cNvPicPr>
          <p:nvPr>
            <p:ph sz="half" idx="1"/>
          </p:nvPr>
        </p:nvPicPr>
        <p:blipFill>
          <a:blip r:embed="rId2"/>
          <a:stretch>
            <a:fillRect/>
          </a:stretch>
        </p:blipFill>
        <p:spPr>
          <a:xfrm>
            <a:off x="1298575" y="2891954"/>
            <a:ext cx="4718050" cy="2647305"/>
          </a:xfrm>
          <a:prstGeom prst="rect">
            <a:avLst/>
          </a:prstGeom>
        </p:spPr>
      </p:pic>
      <p:pic>
        <p:nvPicPr>
          <p:cNvPr id="6" name="Marcador de contenido 5">
            <a:extLst>
              <a:ext uri="{FF2B5EF4-FFF2-40B4-BE49-F238E27FC236}">
                <a16:creationId xmlns:a16="http://schemas.microsoft.com/office/drawing/2014/main" xmlns="" id="{CBA0DC9E-EF20-410B-9D49-6BA29C7BCD34}"/>
              </a:ext>
            </a:extLst>
          </p:cNvPr>
          <p:cNvPicPr>
            <a:picLocks noGrp="1" noChangeAspect="1"/>
          </p:cNvPicPr>
          <p:nvPr>
            <p:ph sz="half" idx="2"/>
          </p:nvPr>
        </p:nvPicPr>
        <p:blipFill>
          <a:blip r:embed="rId3"/>
          <a:stretch>
            <a:fillRect/>
          </a:stretch>
        </p:blipFill>
        <p:spPr>
          <a:xfrm>
            <a:off x="6749289" y="2560638"/>
            <a:ext cx="3582921" cy="3309937"/>
          </a:xfrm>
          <a:prstGeom prst="rect">
            <a:avLst/>
          </a:prstGeom>
        </p:spPr>
      </p:pic>
    </p:spTree>
    <p:extLst>
      <p:ext uri="{BB962C8B-B14F-4D97-AF65-F5344CB8AC3E}">
        <p14:creationId xmlns:p14="http://schemas.microsoft.com/office/powerpoint/2010/main" val="33418735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9117EB-2692-42C1-9F9B-9BB4D6DD9320}"/>
              </a:ext>
            </a:extLst>
          </p:cNvPr>
          <p:cNvSpPr>
            <a:spLocks noGrp="1"/>
          </p:cNvSpPr>
          <p:nvPr>
            <p:ph type="title"/>
          </p:nvPr>
        </p:nvSpPr>
        <p:spPr/>
        <p:txBody>
          <a:bodyPr/>
          <a:lstStyle/>
          <a:p>
            <a:r>
              <a:rPr lang="es-MX" dirty="0" err="1"/>
              <a:t>Pattern</a:t>
            </a:r>
            <a:r>
              <a:rPr lang="es-MX" dirty="0"/>
              <a:t> </a:t>
            </a:r>
            <a:r>
              <a:rPr lang="es-MX" dirty="0" err="1"/>
              <a:t>Decorator</a:t>
            </a:r>
            <a:endParaRPr lang="es-MX" dirty="0"/>
          </a:p>
        </p:txBody>
      </p:sp>
      <p:sp>
        <p:nvSpPr>
          <p:cNvPr id="5" name="Marcador de contenido 4">
            <a:extLst>
              <a:ext uri="{FF2B5EF4-FFF2-40B4-BE49-F238E27FC236}">
                <a16:creationId xmlns:a16="http://schemas.microsoft.com/office/drawing/2014/main" xmlns="" id="{591906E7-7B2D-43DA-A27E-B42369688A66}"/>
              </a:ext>
            </a:extLst>
          </p:cNvPr>
          <p:cNvSpPr>
            <a:spLocks noGrp="1"/>
          </p:cNvSpPr>
          <p:nvPr>
            <p:ph idx="1"/>
          </p:nvPr>
        </p:nvSpPr>
        <p:spPr/>
        <p:txBody>
          <a:bodyPr>
            <a:normAutofit fontScale="92500"/>
          </a:bodyPr>
          <a:lstStyle/>
          <a:p>
            <a:r>
              <a:rPr lang="en-US" b="1" dirty="0"/>
              <a:t>Decorator </a:t>
            </a:r>
            <a:r>
              <a:rPr lang="en-US" dirty="0"/>
              <a:t>pattern can add responsibilities to an object dynamically and in a transparent manner (without affecting other objects) </a:t>
            </a:r>
          </a:p>
          <a:p>
            <a:r>
              <a:rPr lang="en-US" dirty="0"/>
              <a:t>This pattern is designed so that multiple decorators can be stacked on top of each other, each time adding a new functionality to the overridden method(s).</a:t>
            </a:r>
          </a:p>
          <a:p>
            <a:r>
              <a:rPr lang="en-US" dirty="0"/>
              <a:t>The Decorator pattern shines when used for implementing </a:t>
            </a:r>
            <a:r>
              <a:rPr lang="en-US" b="1" dirty="0"/>
              <a:t>cross-cutting concerns:</a:t>
            </a:r>
            <a:endParaRPr lang="es-MX" dirty="0"/>
          </a:p>
          <a:p>
            <a:pPr lvl="1"/>
            <a:r>
              <a:rPr lang="es-MX" dirty="0"/>
              <a:t>Data </a:t>
            </a:r>
            <a:r>
              <a:rPr lang="es-MX" dirty="0" err="1"/>
              <a:t>validation</a:t>
            </a:r>
            <a:endParaRPr lang="es-MX" dirty="0"/>
          </a:p>
          <a:p>
            <a:pPr lvl="1"/>
            <a:r>
              <a:rPr lang="es-MX" dirty="0" err="1"/>
              <a:t>Logging</a:t>
            </a:r>
            <a:r>
              <a:rPr lang="es-MX" dirty="0"/>
              <a:t>  </a:t>
            </a:r>
          </a:p>
          <a:p>
            <a:pPr marL="457200" lvl="1" indent="0">
              <a:buNone/>
            </a:pPr>
            <a:endParaRPr lang="es-MX" dirty="0"/>
          </a:p>
        </p:txBody>
      </p:sp>
    </p:spTree>
    <p:extLst>
      <p:ext uri="{BB962C8B-B14F-4D97-AF65-F5344CB8AC3E}">
        <p14:creationId xmlns:p14="http://schemas.microsoft.com/office/powerpoint/2010/main" val="11386557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4F1923A-BE8B-4047-9B9C-CCBDA00635B0}"/>
              </a:ext>
            </a:extLst>
          </p:cNvPr>
          <p:cNvSpPr>
            <a:spLocks noGrp="1"/>
          </p:cNvSpPr>
          <p:nvPr>
            <p:ph type="title"/>
          </p:nvPr>
        </p:nvSpPr>
        <p:spPr/>
        <p:txBody>
          <a:bodyPr/>
          <a:lstStyle/>
          <a:p>
            <a:r>
              <a:rPr lang="es-MX" dirty="0" err="1"/>
              <a:t>Facade</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15B75A7E-BAD9-4C78-B648-416A4331A463}"/>
              </a:ext>
            </a:extLst>
          </p:cNvPr>
          <p:cNvSpPr>
            <a:spLocks noGrp="1"/>
          </p:cNvSpPr>
          <p:nvPr>
            <p:ph idx="1"/>
          </p:nvPr>
        </p:nvSpPr>
        <p:spPr/>
        <p:txBody>
          <a:bodyPr/>
          <a:lstStyle/>
          <a:p>
            <a:r>
              <a:rPr lang="en-US" dirty="0"/>
              <a:t>The Facade (also known as Façade) design pattern helps us to hide the internal complexity of our systems and expose only what is necessary to the client through a simplified interface</a:t>
            </a:r>
          </a:p>
          <a:p>
            <a:r>
              <a:rPr lang="en-US" dirty="0"/>
              <a:t>In essence, </a:t>
            </a:r>
            <a:r>
              <a:rPr lang="en-US" b="1" dirty="0"/>
              <a:t>Facade </a:t>
            </a:r>
            <a:r>
              <a:rPr lang="en-US" dirty="0"/>
              <a:t>is an abstraction layer implemented over an existing complex system.</a:t>
            </a:r>
          </a:p>
          <a:p>
            <a:r>
              <a:rPr lang="en-US" dirty="0"/>
              <a:t> Facade is also useful if you have more than one layer in your system. You can introduce one Facade entry point per layer, and let all layers communicate with each other through their Facades </a:t>
            </a:r>
            <a:endParaRPr lang="es-MX" dirty="0"/>
          </a:p>
        </p:txBody>
      </p:sp>
    </p:spTree>
    <p:extLst>
      <p:ext uri="{BB962C8B-B14F-4D97-AF65-F5344CB8AC3E}">
        <p14:creationId xmlns:p14="http://schemas.microsoft.com/office/powerpoint/2010/main" val="1884370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36B54E5-DCD8-4A9C-B040-D51A353EBE40}"/>
              </a:ext>
            </a:extLst>
          </p:cNvPr>
          <p:cNvSpPr>
            <a:spLocks noGrp="1"/>
          </p:cNvSpPr>
          <p:nvPr>
            <p:ph type="title"/>
          </p:nvPr>
        </p:nvSpPr>
        <p:spPr/>
        <p:txBody>
          <a:bodyPr/>
          <a:lstStyle/>
          <a:p>
            <a:r>
              <a:rPr lang="es-MX" dirty="0" err="1"/>
              <a:t>Facade</a:t>
            </a:r>
            <a:r>
              <a:rPr lang="es-MX" dirty="0"/>
              <a:t> </a:t>
            </a:r>
            <a:r>
              <a:rPr lang="es-MX" dirty="0" err="1"/>
              <a:t>Pattern</a:t>
            </a:r>
            <a:r>
              <a:rPr lang="es-MX" dirty="0"/>
              <a:t> (II)</a:t>
            </a:r>
          </a:p>
        </p:txBody>
      </p:sp>
      <p:sp>
        <p:nvSpPr>
          <p:cNvPr id="3" name="Marcador de contenido 2">
            <a:extLst>
              <a:ext uri="{FF2B5EF4-FFF2-40B4-BE49-F238E27FC236}">
                <a16:creationId xmlns:a16="http://schemas.microsoft.com/office/drawing/2014/main" xmlns="" id="{B5E11CE6-BA7A-4CBD-9AD2-97F7DA16F448}"/>
              </a:ext>
            </a:extLst>
          </p:cNvPr>
          <p:cNvSpPr>
            <a:spLocks noGrp="1"/>
          </p:cNvSpPr>
          <p:nvPr>
            <p:ph idx="1"/>
          </p:nvPr>
        </p:nvSpPr>
        <p:spPr/>
        <p:txBody>
          <a:bodyPr/>
          <a:lstStyle/>
          <a:p>
            <a:r>
              <a:rPr lang="en-US" dirty="0"/>
              <a:t>the advantages of the facade design pattern:</a:t>
            </a:r>
          </a:p>
          <a:p>
            <a:pPr lvl="1"/>
            <a:r>
              <a:rPr lang="en-US" dirty="0"/>
              <a:t>It maintains loose coupling between client and subsystems</a:t>
            </a:r>
          </a:p>
          <a:p>
            <a:pPr lvl="1"/>
            <a:r>
              <a:rPr lang="en-US" dirty="0"/>
              <a:t>It provides an interface to a set of interfaces in a subsystem (without </a:t>
            </a:r>
            <a:r>
              <a:rPr lang="es-MX" dirty="0" err="1"/>
              <a:t>changing</a:t>
            </a:r>
            <a:r>
              <a:rPr lang="es-MX" dirty="0"/>
              <a:t> </a:t>
            </a:r>
            <a:r>
              <a:rPr lang="es-MX" dirty="0" err="1"/>
              <a:t>them</a:t>
            </a:r>
            <a:r>
              <a:rPr lang="es-MX" dirty="0"/>
              <a:t>)</a:t>
            </a:r>
          </a:p>
          <a:p>
            <a:pPr lvl="1"/>
            <a:r>
              <a:rPr lang="en-US" dirty="0"/>
              <a:t>It wraps a complicated subsystem with a </a:t>
            </a:r>
            <a:r>
              <a:rPr lang="en-US" dirty="0" err="1"/>
              <a:t>simplier</a:t>
            </a:r>
            <a:r>
              <a:rPr lang="en-US" dirty="0"/>
              <a:t> interface</a:t>
            </a:r>
          </a:p>
          <a:p>
            <a:pPr lvl="1"/>
            <a:r>
              <a:rPr lang="en-US" dirty="0"/>
              <a:t>Subsystem implementation gains ﬂexibility and clients gain simplicity</a:t>
            </a:r>
          </a:p>
          <a:p>
            <a:pPr lvl="1"/>
            <a:endParaRPr lang="es-MX" dirty="0"/>
          </a:p>
        </p:txBody>
      </p:sp>
    </p:spTree>
    <p:extLst>
      <p:ext uri="{BB962C8B-B14F-4D97-AF65-F5344CB8AC3E}">
        <p14:creationId xmlns:p14="http://schemas.microsoft.com/office/powerpoint/2010/main" val="30446952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86CD380-C30C-4C50-A583-CC9637F04AFB}"/>
              </a:ext>
            </a:extLst>
          </p:cNvPr>
          <p:cNvSpPr>
            <a:spLocks noGrp="1"/>
          </p:cNvSpPr>
          <p:nvPr>
            <p:ph type="title"/>
          </p:nvPr>
        </p:nvSpPr>
        <p:spPr/>
        <p:txBody>
          <a:bodyPr/>
          <a:lstStyle/>
          <a:p>
            <a:r>
              <a:rPr lang="es-MX" dirty="0" err="1"/>
              <a:t>Flyweigth</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9D6D07F5-CE96-4520-BA98-D9897A894B6F}"/>
              </a:ext>
            </a:extLst>
          </p:cNvPr>
          <p:cNvSpPr>
            <a:spLocks noGrp="1"/>
          </p:cNvSpPr>
          <p:nvPr>
            <p:ph idx="1"/>
          </p:nvPr>
        </p:nvSpPr>
        <p:spPr/>
        <p:txBody>
          <a:bodyPr/>
          <a:lstStyle/>
          <a:p>
            <a:r>
              <a:rPr lang="en-US" dirty="0"/>
              <a:t>The Flyweight design pattern is a technique used to minimize memory usage and improve performance by introducing data sharing between similar object.</a:t>
            </a:r>
          </a:p>
          <a:p>
            <a:r>
              <a:rPr lang="en-US" dirty="0"/>
              <a:t>A </a:t>
            </a:r>
            <a:r>
              <a:rPr lang="en-US" b="1" dirty="0"/>
              <a:t>Flyweight </a:t>
            </a:r>
            <a:r>
              <a:rPr lang="en-US" dirty="0"/>
              <a:t>is a shared object that contains state-independent, immutable (also known as intrinsic) data. </a:t>
            </a:r>
          </a:p>
          <a:p>
            <a:r>
              <a:rPr lang="en-US" dirty="0"/>
              <a:t>Even if virtual memory provides us, theoretically, with unlimited memory, the reality is different. If all the physical memory of a system gets exhausted, it will start swapping pages to the secondary storage </a:t>
            </a:r>
            <a:endParaRPr lang="es-MX" dirty="0"/>
          </a:p>
        </p:txBody>
      </p:sp>
    </p:spTree>
    <p:extLst>
      <p:ext uri="{BB962C8B-B14F-4D97-AF65-F5344CB8AC3E}">
        <p14:creationId xmlns:p14="http://schemas.microsoft.com/office/powerpoint/2010/main" val="31842320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0AB90A2-6DBF-4BA9-AC10-283AD61F8C08}"/>
              </a:ext>
            </a:extLst>
          </p:cNvPr>
          <p:cNvSpPr>
            <a:spLocks noGrp="1"/>
          </p:cNvSpPr>
          <p:nvPr>
            <p:ph type="title"/>
          </p:nvPr>
        </p:nvSpPr>
        <p:spPr/>
        <p:txBody>
          <a:bodyPr/>
          <a:lstStyle/>
          <a:p>
            <a:r>
              <a:rPr lang="es-MX" dirty="0" err="1"/>
              <a:t>Flyweigth</a:t>
            </a:r>
            <a:r>
              <a:rPr lang="es-MX" dirty="0"/>
              <a:t> </a:t>
            </a:r>
            <a:r>
              <a:rPr lang="es-MX" dirty="0" err="1"/>
              <a:t>pattern</a:t>
            </a:r>
            <a:r>
              <a:rPr lang="es-MX" dirty="0"/>
              <a:t> (II)</a:t>
            </a:r>
          </a:p>
        </p:txBody>
      </p:sp>
      <p:sp>
        <p:nvSpPr>
          <p:cNvPr id="4" name="Marcador de contenido 3">
            <a:extLst>
              <a:ext uri="{FF2B5EF4-FFF2-40B4-BE49-F238E27FC236}">
                <a16:creationId xmlns:a16="http://schemas.microsoft.com/office/drawing/2014/main" xmlns="" id="{B5053977-0914-4CCA-85AB-5831C4FF3CF9}"/>
              </a:ext>
            </a:extLst>
          </p:cNvPr>
          <p:cNvSpPr>
            <a:spLocks noGrp="1"/>
          </p:cNvSpPr>
          <p:nvPr>
            <p:ph idx="1"/>
          </p:nvPr>
        </p:nvSpPr>
        <p:spPr/>
        <p:txBody>
          <a:bodyPr/>
          <a:lstStyle/>
          <a:p>
            <a:pPr fontAlgn="base"/>
            <a:r>
              <a:rPr lang="en-US" dirty="0"/>
              <a:t>A flyweight object can be divided in two states:</a:t>
            </a:r>
          </a:p>
          <a:p>
            <a:pPr lvl="1" fontAlgn="base"/>
            <a:r>
              <a:rPr lang="en-US" b="1" dirty="0"/>
              <a:t>Intrinsic State</a:t>
            </a:r>
            <a:r>
              <a:rPr lang="en-US" dirty="0"/>
              <a:t>: This is state independent data that generally remains constant and are stored in the memory. The intrinsic data in flyweight object can be shared.</a:t>
            </a:r>
          </a:p>
          <a:p>
            <a:pPr lvl="1" fontAlgn="base"/>
            <a:r>
              <a:rPr lang="en-US" b="1" dirty="0"/>
              <a:t>Extrinsic State</a:t>
            </a:r>
            <a:r>
              <a:rPr lang="en-US" dirty="0"/>
              <a:t>: This is state dependent data that are not constant and needs to be calculated on fly (run time), so it cannot be stored in the memory. The extrinsic data cannot be shared.</a:t>
            </a:r>
          </a:p>
          <a:p>
            <a:pPr lvl="1" fontAlgn="base"/>
            <a:endParaRPr lang="en-US" dirty="0"/>
          </a:p>
          <a:p>
            <a:endParaRPr lang="es-MX" dirty="0"/>
          </a:p>
        </p:txBody>
      </p:sp>
    </p:spTree>
    <p:extLst>
      <p:ext uri="{BB962C8B-B14F-4D97-AF65-F5344CB8AC3E}">
        <p14:creationId xmlns:p14="http://schemas.microsoft.com/office/powerpoint/2010/main" val="6191847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511F8CC-8CAC-4D0F-8C8E-CC7768FB4440}"/>
              </a:ext>
            </a:extLst>
          </p:cNvPr>
          <p:cNvSpPr>
            <a:spLocks noGrp="1"/>
          </p:cNvSpPr>
          <p:nvPr>
            <p:ph type="title"/>
          </p:nvPr>
        </p:nvSpPr>
        <p:spPr/>
        <p:txBody>
          <a:bodyPr/>
          <a:lstStyle/>
          <a:p>
            <a:r>
              <a:rPr lang="es-MX" dirty="0"/>
              <a:t>Proxy </a:t>
            </a:r>
            <a:r>
              <a:rPr lang="es-MX" dirty="0" err="1"/>
              <a:t>Pattern</a:t>
            </a:r>
            <a:endParaRPr lang="es-MX" dirty="0"/>
          </a:p>
        </p:txBody>
      </p:sp>
      <p:sp>
        <p:nvSpPr>
          <p:cNvPr id="3" name="Marcador de contenido 2">
            <a:extLst>
              <a:ext uri="{FF2B5EF4-FFF2-40B4-BE49-F238E27FC236}">
                <a16:creationId xmlns:a16="http://schemas.microsoft.com/office/drawing/2014/main" xmlns="" id="{BE6AB824-ABC1-4506-AE98-CFA6A7FAEB2D}"/>
              </a:ext>
            </a:extLst>
          </p:cNvPr>
          <p:cNvSpPr>
            <a:spLocks noGrp="1"/>
          </p:cNvSpPr>
          <p:nvPr>
            <p:ph idx="1"/>
          </p:nvPr>
        </p:nvSpPr>
        <p:spPr/>
        <p:txBody>
          <a:bodyPr>
            <a:normAutofit fontScale="92500" lnSpcReduction="10000"/>
          </a:bodyPr>
          <a:lstStyle/>
          <a:p>
            <a:r>
              <a:rPr lang="en-US" dirty="0"/>
              <a:t>A proxy is a class, functioning as an interface to another class that has the same interface as the proxy. </a:t>
            </a:r>
          </a:p>
          <a:p>
            <a:r>
              <a:rPr lang="en-US" dirty="0"/>
              <a:t>The client code instantiates and works directly with the proxy, whereas, the proxy contains the real-object instance and delegates all calls to it, adding the proxy's own logic.</a:t>
            </a:r>
          </a:p>
          <a:p>
            <a:r>
              <a:rPr lang="en-US" dirty="0"/>
              <a:t>Proxies can also be used to distinguish between requesting an instance of an object and the actual need to access it. For example, program initialization may set up a number of objects that may not all be used right away. In that case, the proxy can load the real object only when it is needed.</a:t>
            </a:r>
            <a:endParaRPr lang="es-MX" dirty="0"/>
          </a:p>
        </p:txBody>
      </p:sp>
    </p:spTree>
    <p:extLst>
      <p:ext uri="{BB962C8B-B14F-4D97-AF65-F5344CB8AC3E}">
        <p14:creationId xmlns:p14="http://schemas.microsoft.com/office/powerpoint/2010/main" val="28426524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EE35917-64DB-4178-8487-CD04268A8F45}"/>
              </a:ext>
            </a:extLst>
          </p:cNvPr>
          <p:cNvSpPr>
            <a:spLocks noGrp="1"/>
          </p:cNvSpPr>
          <p:nvPr>
            <p:ph type="title"/>
          </p:nvPr>
        </p:nvSpPr>
        <p:spPr/>
        <p:txBody>
          <a:bodyPr/>
          <a:lstStyle/>
          <a:p>
            <a:r>
              <a:rPr lang="es-MX" dirty="0"/>
              <a:t>Proxy </a:t>
            </a:r>
            <a:r>
              <a:rPr lang="es-MX" dirty="0" err="1"/>
              <a:t>Pattern</a:t>
            </a:r>
            <a:r>
              <a:rPr lang="es-MX" dirty="0"/>
              <a:t> (II)</a:t>
            </a:r>
          </a:p>
        </p:txBody>
      </p:sp>
      <p:sp>
        <p:nvSpPr>
          <p:cNvPr id="3" name="Marcador de contenido 2">
            <a:extLst>
              <a:ext uri="{FF2B5EF4-FFF2-40B4-BE49-F238E27FC236}">
                <a16:creationId xmlns:a16="http://schemas.microsoft.com/office/drawing/2014/main" xmlns="" id="{CCCE0B18-DCFE-401E-BD72-C553B7FD4E52}"/>
              </a:ext>
            </a:extLst>
          </p:cNvPr>
          <p:cNvSpPr>
            <a:spLocks noGrp="1"/>
          </p:cNvSpPr>
          <p:nvPr>
            <p:ph idx="1"/>
          </p:nvPr>
        </p:nvSpPr>
        <p:spPr/>
        <p:txBody>
          <a:bodyPr/>
          <a:lstStyle/>
          <a:p>
            <a:r>
              <a:rPr lang="en-US" dirty="0"/>
              <a:t>For example, program initialization may set up a number of objects that may not all be used right away. In that case, the proxy can load the real object only when it is needed.</a:t>
            </a:r>
          </a:p>
          <a:p>
            <a:endParaRPr lang="es-MX" dirty="0"/>
          </a:p>
        </p:txBody>
      </p:sp>
      <p:pic>
        <p:nvPicPr>
          <p:cNvPr id="5" name="Imagen 4">
            <a:extLst>
              <a:ext uri="{FF2B5EF4-FFF2-40B4-BE49-F238E27FC236}">
                <a16:creationId xmlns:a16="http://schemas.microsoft.com/office/drawing/2014/main" xmlns="" id="{9B0018D6-EC80-4288-BC0B-DA1BE70B5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8699" y="2285999"/>
            <a:ext cx="7705506" cy="3145884"/>
          </a:xfrm>
          <a:prstGeom prst="rect">
            <a:avLst/>
          </a:prstGeom>
        </p:spPr>
      </p:pic>
    </p:spTree>
    <p:extLst>
      <p:ext uri="{BB962C8B-B14F-4D97-AF65-F5344CB8AC3E}">
        <p14:creationId xmlns:p14="http://schemas.microsoft.com/office/powerpoint/2010/main" val="40397536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1607714C-6614-4ACB-A044-A8205BA2844B}"/>
              </a:ext>
            </a:extLst>
          </p:cNvPr>
          <p:cNvSpPr>
            <a:spLocks noGrp="1"/>
          </p:cNvSpPr>
          <p:nvPr>
            <p:ph type="ctrTitle"/>
          </p:nvPr>
        </p:nvSpPr>
        <p:spPr/>
        <p:txBody>
          <a:bodyPr/>
          <a:lstStyle/>
          <a:p>
            <a:r>
              <a:rPr lang="es-MX" dirty="0" err="1"/>
              <a:t>Behavioral</a:t>
            </a:r>
            <a:r>
              <a:rPr lang="es-MX" dirty="0"/>
              <a:t> </a:t>
            </a:r>
            <a:r>
              <a:rPr lang="es-MX" dirty="0" err="1"/>
              <a:t>Design</a:t>
            </a:r>
            <a:r>
              <a:rPr lang="es-MX" dirty="0"/>
              <a:t> </a:t>
            </a:r>
            <a:r>
              <a:rPr lang="es-MX" dirty="0" err="1"/>
              <a:t>Patterns</a:t>
            </a:r>
            <a:endParaRPr lang="es-MX" dirty="0"/>
          </a:p>
        </p:txBody>
      </p:sp>
      <p:sp>
        <p:nvSpPr>
          <p:cNvPr id="5" name="Subtítulo 4">
            <a:extLst>
              <a:ext uri="{FF2B5EF4-FFF2-40B4-BE49-F238E27FC236}">
                <a16:creationId xmlns:a16="http://schemas.microsoft.com/office/drawing/2014/main" xmlns="" id="{CA7D1E1F-0FE4-4463-A5F3-AA2CD450FA4C}"/>
              </a:ext>
            </a:extLst>
          </p:cNvPr>
          <p:cNvSpPr>
            <a:spLocks noGrp="1"/>
          </p:cNvSpPr>
          <p:nvPr>
            <p:ph type="subTitle" idx="1"/>
          </p:nvPr>
        </p:nvSpPr>
        <p:spPr/>
        <p:txBody>
          <a:bodyPr/>
          <a:lstStyle/>
          <a:p>
            <a:endParaRPr lang="es-MX"/>
          </a:p>
        </p:txBody>
      </p:sp>
    </p:spTree>
    <p:extLst>
      <p:ext uri="{BB962C8B-B14F-4D97-AF65-F5344CB8AC3E}">
        <p14:creationId xmlns:p14="http://schemas.microsoft.com/office/powerpoint/2010/main" val="10259073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EC1ED6C-1450-4A09-9FF8-420157F21F72}"/>
              </a:ext>
            </a:extLst>
          </p:cNvPr>
          <p:cNvSpPr>
            <a:spLocks noGrp="1"/>
          </p:cNvSpPr>
          <p:nvPr>
            <p:ph type="title"/>
          </p:nvPr>
        </p:nvSpPr>
        <p:spPr/>
        <p:txBody>
          <a:bodyPr/>
          <a:lstStyle/>
          <a:p>
            <a:r>
              <a:rPr lang="es-MX" dirty="0" err="1"/>
              <a:t>Chain</a:t>
            </a:r>
            <a:r>
              <a:rPr lang="es-MX" dirty="0"/>
              <a:t> </a:t>
            </a:r>
            <a:r>
              <a:rPr lang="es-MX" dirty="0" err="1"/>
              <a:t>of</a:t>
            </a:r>
            <a:r>
              <a:rPr lang="es-MX" dirty="0"/>
              <a:t> </a:t>
            </a:r>
            <a:r>
              <a:rPr lang="es-MX" dirty="0" err="1"/>
              <a:t>responsability</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0992EE17-3ECB-4249-A367-2D84E89E850A}"/>
              </a:ext>
            </a:extLst>
          </p:cNvPr>
          <p:cNvSpPr>
            <a:spLocks noGrp="1"/>
          </p:cNvSpPr>
          <p:nvPr>
            <p:ph idx="1"/>
          </p:nvPr>
        </p:nvSpPr>
        <p:spPr/>
        <p:txBody>
          <a:bodyPr>
            <a:normAutofit fontScale="92500" lnSpcReduction="10000"/>
          </a:bodyPr>
          <a:lstStyle/>
          <a:p>
            <a:r>
              <a:rPr lang="en-US" dirty="0"/>
              <a:t>The </a:t>
            </a:r>
            <a:r>
              <a:rPr lang="en-US" b="1" dirty="0"/>
              <a:t>Chain of Responsibility </a:t>
            </a:r>
            <a:r>
              <a:rPr lang="en-US" dirty="0"/>
              <a:t>pattern is used when we want to give a chance to multiple objects to satisfy a single request, or when we don't know which object (from a chain of objects) should process a specific request in advance </a:t>
            </a:r>
          </a:p>
          <a:p>
            <a:r>
              <a:rPr lang="en-US" dirty="0"/>
              <a:t>The principle is the same as the following </a:t>
            </a:r>
          </a:p>
          <a:p>
            <a:pPr lvl="1"/>
            <a:r>
              <a:rPr lang="en-US" dirty="0"/>
              <a:t>There is a chain (linked list, tree, or any other convenient data structure) of objects. </a:t>
            </a:r>
          </a:p>
          <a:p>
            <a:pPr lvl="1"/>
            <a:r>
              <a:rPr lang="en-US" dirty="0"/>
              <a:t>We start by sending a request to the first object in the chain. </a:t>
            </a:r>
          </a:p>
          <a:p>
            <a:pPr lvl="1"/>
            <a:r>
              <a:rPr lang="en-US" dirty="0"/>
              <a:t>The object decides whether it should satisfy the request or not. </a:t>
            </a:r>
          </a:p>
          <a:p>
            <a:pPr lvl="1"/>
            <a:r>
              <a:rPr lang="en-US" dirty="0"/>
              <a:t>The object forwards the request to the next object. </a:t>
            </a:r>
          </a:p>
          <a:p>
            <a:pPr marL="457200" lvl="1" indent="0">
              <a:buNone/>
            </a:pPr>
            <a:endParaRPr lang="en-US" dirty="0"/>
          </a:p>
          <a:p>
            <a:pPr lvl="1"/>
            <a:endParaRPr lang="en-US" dirty="0"/>
          </a:p>
          <a:p>
            <a:pPr lvl="1"/>
            <a:endParaRPr lang="en-US" dirty="0"/>
          </a:p>
          <a:p>
            <a:pPr lvl="1"/>
            <a:endParaRPr lang="es-MX" dirty="0"/>
          </a:p>
        </p:txBody>
      </p:sp>
    </p:spTree>
    <p:extLst>
      <p:ext uri="{BB962C8B-B14F-4D97-AF65-F5344CB8AC3E}">
        <p14:creationId xmlns:p14="http://schemas.microsoft.com/office/powerpoint/2010/main" val="29683258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B5F9E2-C0FB-4348-8172-45C86278F473}"/>
              </a:ext>
            </a:extLst>
          </p:cNvPr>
          <p:cNvSpPr>
            <a:spLocks noGrp="1"/>
          </p:cNvSpPr>
          <p:nvPr>
            <p:ph type="title"/>
          </p:nvPr>
        </p:nvSpPr>
        <p:spPr/>
        <p:txBody>
          <a:bodyPr/>
          <a:lstStyle/>
          <a:p>
            <a:r>
              <a:rPr lang="es-MX" dirty="0" err="1"/>
              <a:t>Command</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9C6F81D2-81B3-48ED-9B60-5C9293ED1E92}"/>
              </a:ext>
            </a:extLst>
          </p:cNvPr>
          <p:cNvSpPr>
            <a:spLocks noGrp="1"/>
          </p:cNvSpPr>
          <p:nvPr>
            <p:ph idx="1"/>
          </p:nvPr>
        </p:nvSpPr>
        <p:spPr/>
        <p:txBody>
          <a:bodyPr>
            <a:normAutofit fontScale="92500" lnSpcReduction="20000"/>
          </a:bodyPr>
          <a:lstStyle/>
          <a:p>
            <a:r>
              <a:rPr lang="en-US" dirty="0"/>
              <a:t>The Command design pattern helps us encapsulate an operation (undo, redo, copy, paste, and so forth) as an object </a:t>
            </a:r>
          </a:p>
          <a:p>
            <a:r>
              <a:rPr lang="en-US" dirty="0"/>
              <a:t>What this simply means is that we create a class that contains all the logic and the methods required to implement the operation. </a:t>
            </a:r>
            <a:endParaRPr lang="es-MX" dirty="0"/>
          </a:p>
          <a:p>
            <a:r>
              <a:rPr lang="en-US" dirty="0"/>
              <a:t>We don't have to execute a command directly. It can be executed on will.</a:t>
            </a:r>
            <a:endParaRPr lang="es-MX" dirty="0"/>
          </a:p>
          <a:p>
            <a:r>
              <a:rPr lang="en-US" dirty="0"/>
              <a:t>The object that invokes the command is decoupled from the object that knows how to perform it. </a:t>
            </a:r>
            <a:endParaRPr lang="es-MX" dirty="0"/>
          </a:p>
          <a:p>
            <a:r>
              <a:rPr lang="en-US" dirty="0"/>
              <a:t>If it makes sense, multiple commands can be grouped to allow the invoker to execute them in order </a:t>
            </a:r>
          </a:p>
          <a:p>
            <a:endParaRPr lang="en-US" dirty="0"/>
          </a:p>
          <a:p>
            <a:endParaRPr lang="es-MX" dirty="0"/>
          </a:p>
        </p:txBody>
      </p:sp>
    </p:spTree>
    <p:extLst>
      <p:ext uri="{BB962C8B-B14F-4D97-AF65-F5344CB8AC3E}">
        <p14:creationId xmlns:p14="http://schemas.microsoft.com/office/powerpoint/2010/main" val="10284967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D2F124D-7525-49C8-8A5C-4E19A77E5562}"/>
              </a:ext>
            </a:extLst>
          </p:cNvPr>
          <p:cNvSpPr>
            <a:spLocks noGrp="1"/>
          </p:cNvSpPr>
          <p:nvPr>
            <p:ph type="title"/>
          </p:nvPr>
        </p:nvSpPr>
        <p:spPr/>
        <p:txBody>
          <a:bodyPr/>
          <a:lstStyle/>
          <a:p>
            <a:r>
              <a:rPr lang="es-MX" dirty="0" err="1"/>
              <a:t>Interpreter</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D50FF540-0307-4C1E-8E72-E4978E817067}"/>
              </a:ext>
            </a:extLst>
          </p:cNvPr>
          <p:cNvSpPr>
            <a:spLocks noGrp="1"/>
          </p:cNvSpPr>
          <p:nvPr>
            <p:ph idx="1"/>
          </p:nvPr>
        </p:nvSpPr>
        <p:spPr/>
        <p:txBody>
          <a:bodyPr/>
          <a:lstStyle/>
          <a:p>
            <a:r>
              <a:rPr lang="en-US" dirty="0"/>
              <a:t>This pattern evaluates/ interprets the instructions written in a language grammar or notations.</a:t>
            </a:r>
          </a:p>
          <a:p>
            <a:r>
              <a:rPr lang="en-US" dirty="0"/>
              <a:t>This pattern involves implementing an expression interface which tells to interpret a particular context. </a:t>
            </a:r>
          </a:p>
          <a:p>
            <a:r>
              <a:rPr lang="en-US" dirty="0"/>
              <a:t>It describes creation of a language along with an interpreter for the language</a:t>
            </a:r>
          </a:p>
          <a:p>
            <a:r>
              <a:rPr lang="en-US" dirty="0"/>
              <a:t>The language can be used to represent states, actions, loops etc. depending on the programming requirement.</a:t>
            </a:r>
            <a:endParaRPr lang="es-MX" u="sng" dirty="0"/>
          </a:p>
        </p:txBody>
      </p:sp>
    </p:spTree>
    <p:extLst>
      <p:ext uri="{BB962C8B-B14F-4D97-AF65-F5344CB8AC3E}">
        <p14:creationId xmlns:p14="http://schemas.microsoft.com/office/powerpoint/2010/main" val="10992716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5D13006-3356-4BF4-9D55-E1EF43794CAE}"/>
              </a:ext>
            </a:extLst>
          </p:cNvPr>
          <p:cNvSpPr>
            <a:spLocks noGrp="1"/>
          </p:cNvSpPr>
          <p:nvPr>
            <p:ph type="title"/>
          </p:nvPr>
        </p:nvSpPr>
        <p:spPr/>
        <p:txBody>
          <a:bodyPr/>
          <a:lstStyle/>
          <a:p>
            <a:r>
              <a:rPr lang="es-MX" dirty="0" err="1"/>
              <a:t>Iterator</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B4955342-473E-4B1C-92AD-A8A971B9147E}"/>
              </a:ext>
            </a:extLst>
          </p:cNvPr>
          <p:cNvSpPr>
            <a:spLocks noGrp="1"/>
          </p:cNvSpPr>
          <p:nvPr>
            <p:ph idx="1"/>
          </p:nvPr>
        </p:nvSpPr>
        <p:spPr/>
        <p:txBody>
          <a:bodyPr/>
          <a:lstStyle/>
          <a:p>
            <a:r>
              <a:rPr lang="en-US" dirty="0"/>
              <a:t>The Iterator design pattern provides us with a common method of enumerating a list of items or array, while hiding the details of the list’s implementation</a:t>
            </a:r>
          </a:p>
          <a:p>
            <a:r>
              <a:rPr lang="en-US" dirty="0"/>
              <a:t>The iterator pattern can enumerate the list of items regardless of their actual storage type.</a:t>
            </a:r>
          </a:p>
          <a:p>
            <a:r>
              <a:rPr lang="en-US" dirty="0"/>
              <a:t>The Iterator design pattern is actually a quite common pattern in most object oriented programming languages</a:t>
            </a:r>
          </a:p>
          <a:p>
            <a:endParaRPr lang="es-MX" dirty="0"/>
          </a:p>
        </p:txBody>
      </p:sp>
    </p:spTree>
    <p:extLst>
      <p:ext uri="{BB962C8B-B14F-4D97-AF65-F5344CB8AC3E}">
        <p14:creationId xmlns:p14="http://schemas.microsoft.com/office/powerpoint/2010/main" val="21527389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E3266E9-B699-49A0-A2EA-89BD5E1A7F9C}"/>
              </a:ext>
            </a:extLst>
          </p:cNvPr>
          <p:cNvSpPr>
            <a:spLocks noGrp="1"/>
          </p:cNvSpPr>
          <p:nvPr>
            <p:ph type="title"/>
          </p:nvPr>
        </p:nvSpPr>
        <p:spPr/>
        <p:txBody>
          <a:bodyPr/>
          <a:lstStyle/>
          <a:p>
            <a:r>
              <a:rPr lang="es-MX" dirty="0"/>
              <a:t>Mediator </a:t>
            </a:r>
            <a:r>
              <a:rPr lang="es-MX" dirty="0" err="1"/>
              <a:t>Pattern</a:t>
            </a:r>
            <a:endParaRPr lang="es-MX" dirty="0"/>
          </a:p>
        </p:txBody>
      </p:sp>
      <p:sp>
        <p:nvSpPr>
          <p:cNvPr id="3" name="Marcador de contenido 2">
            <a:extLst>
              <a:ext uri="{FF2B5EF4-FFF2-40B4-BE49-F238E27FC236}">
                <a16:creationId xmlns:a16="http://schemas.microsoft.com/office/drawing/2014/main" xmlns="" id="{A4219DD0-9F71-45F5-B035-E7839C7F3D87}"/>
              </a:ext>
            </a:extLst>
          </p:cNvPr>
          <p:cNvSpPr>
            <a:spLocks noGrp="1"/>
          </p:cNvSpPr>
          <p:nvPr>
            <p:ph idx="1"/>
          </p:nvPr>
        </p:nvSpPr>
        <p:spPr/>
        <p:txBody>
          <a:bodyPr>
            <a:normAutofit lnSpcReduction="10000"/>
          </a:bodyPr>
          <a:lstStyle/>
          <a:p>
            <a:r>
              <a:rPr lang="en-US" dirty="0"/>
              <a:t>The Mediator Design Pattern allows you to decouple the direct communication between objects by introducing a middle object, the mediator, that facilitates the communication between the objects</a:t>
            </a:r>
          </a:p>
          <a:p>
            <a:r>
              <a:rPr lang="en-US" dirty="0"/>
              <a:t>When an object needs to communicate with another object or a set of objects, it transmits the message to the mediator.</a:t>
            </a:r>
          </a:p>
          <a:p>
            <a:r>
              <a:rPr lang="en-US" dirty="0"/>
              <a:t>By eliminating the direct communication between objects, the mediator design pattern promotes loose coupling</a:t>
            </a:r>
          </a:p>
          <a:p>
            <a:r>
              <a:rPr lang="en-US" u="sng" dirty="0"/>
              <a:t>Improves</a:t>
            </a:r>
            <a:r>
              <a:rPr lang="en-US" dirty="0"/>
              <a:t> code readability and maintainability.</a:t>
            </a:r>
            <a:endParaRPr lang="es-MX" dirty="0"/>
          </a:p>
        </p:txBody>
      </p:sp>
    </p:spTree>
    <p:extLst>
      <p:ext uri="{BB962C8B-B14F-4D97-AF65-F5344CB8AC3E}">
        <p14:creationId xmlns:p14="http://schemas.microsoft.com/office/powerpoint/2010/main" val="40292023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BD1C056-A35E-4ED2-92CD-D6E65FF5194D}"/>
              </a:ext>
            </a:extLst>
          </p:cNvPr>
          <p:cNvSpPr>
            <a:spLocks noGrp="1"/>
          </p:cNvSpPr>
          <p:nvPr>
            <p:ph type="title"/>
          </p:nvPr>
        </p:nvSpPr>
        <p:spPr/>
        <p:txBody>
          <a:bodyPr/>
          <a:lstStyle/>
          <a:p>
            <a:r>
              <a:rPr lang="es-MX" dirty="0"/>
              <a:t>Memento </a:t>
            </a:r>
            <a:r>
              <a:rPr lang="es-MX" dirty="0" err="1"/>
              <a:t>pattern</a:t>
            </a:r>
            <a:endParaRPr lang="es-MX" dirty="0"/>
          </a:p>
        </p:txBody>
      </p:sp>
      <p:sp>
        <p:nvSpPr>
          <p:cNvPr id="3" name="Marcador de contenido 2">
            <a:extLst>
              <a:ext uri="{FF2B5EF4-FFF2-40B4-BE49-F238E27FC236}">
                <a16:creationId xmlns:a16="http://schemas.microsoft.com/office/drawing/2014/main" xmlns="" id="{609BA3BC-37E0-41DB-82E4-CBC07FACB842}"/>
              </a:ext>
            </a:extLst>
          </p:cNvPr>
          <p:cNvSpPr>
            <a:spLocks noGrp="1"/>
          </p:cNvSpPr>
          <p:nvPr>
            <p:ph idx="1"/>
          </p:nvPr>
        </p:nvSpPr>
        <p:spPr/>
        <p:txBody>
          <a:bodyPr/>
          <a:lstStyle/>
          <a:p>
            <a:r>
              <a:rPr lang="es-MX" dirty="0" err="1"/>
              <a:t>The</a:t>
            </a:r>
            <a:r>
              <a:rPr lang="es-MX" dirty="0"/>
              <a:t> Memento </a:t>
            </a:r>
            <a:r>
              <a:rPr lang="es-MX" dirty="0" err="1"/>
              <a:t>design</a:t>
            </a:r>
            <a:r>
              <a:rPr lang="es-MX" dirty="0"/>
              <a:t> </a:t>
            </a:r>
            <a:r>
              <a:rPr lang="es-MX" dirty="0" err="1"/>
              <a:t>pattern</a:t>
            </a:r>
            <a:r>
              <a:rPr lang="es-MX" dirty="0"/>
              <a:t> </a:t>
            </a:r>
            <a:r>
              <a:rPr lang="en-US" dirty="0"/>
              <a:t>can be used to provide an undo or rollback capability in an application or simply to reset the state of an object.</a:t>
            </a:r>
          </a:p>
          <a:p>
            <a:r>
              <a:rPr lang="en-US" dirty="0"/>
              <a:t>Without violating encapsulation, capture and externalize an object's internal state so that the object can be restored to this state later.</a:t>
            </a:r>
            <a:br>
              <a:rPr lang="en-US" dirty="0"/>
            </a:br>
            <a:endParaRPr lang="en-US" dirty="0"/>
          </a:p>
          <a:p>
            <a:endParaRPr lang="es-MX" dirty="0"/>
          </a:p>
        </p:txBody>
      </p:sp>
      <p:pic>
        <p:nvPicPr>
          <p:cNvPr id="5" name="Imagen 4">
            <a:extLst>
              <a:ext uri="{FF2B5EF4-FFF2-40B4-BE49-F238E27FC236}">
                <a16:creationId xmlns:a16="http://schemas.microsoft.com/office/drawing/2014/main" xmlns="" id="{7E27686C-BD08-4603-939F-EC3071839EB0}"/>
              </a:ext>
            </a:extLst>
          </p:cNvPr>
          <p:cNvPicPr>
            <a:picLocks noChangeAspect="1"/>
          </p:cNvPicPr>
          <p:nvPr/>
        </p:nvPicPr>
        <p:blipFill>
          <a:blip r:embed="rId2"/>
          <a:stretch>
            <a:fillRect/>
          </a:stretch>
        </p:blipFill>
        <p:spPr>
          <a:xfrm>
            <a:off x="1995487" y="4205702"/>
            <a:ext cx="7913456" cy="1691516"/>
          </a:xfrm>
          <a:prstGeom prst="rect">
            <a:avLst/>
          </a:prstGeom>
        </p:spPr>
      </p:pic>
    </p:spTree>
    <p:extLst>
      <p:ext uri="{BB962C8B-B14F-4D97-AF65-F5344CB8AC3E}">
        <p14:creationId xmlns:p14="http://schemas.microsoft.com/office/powerpoint/2010/main" val="25323153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BB12FE4-05CD-4D55-9494-7A7D21C65C28}"/>
              </a:ext>
            </a:extLst>
          </p:cNvPr>
          <p:cNvSpPr>
            <a:spLocks noGrp="1"/>
          </p:cNvSpPr>
          <p:nvPr>
            <p:ph type="title"/>
          </p:nvPr>
        </p:nvSpPr>
        <p:spPr/>
        <p:txBody>
          <a:bodyPr/>
          <a:lstStyle/>
          <a:p>
            <a:r>
              <a:rPr lang="es-MX" dirty="0" err="1"/>
              <a:t>Observer</a:t>
            </a:r>
            <a:r>
              <a:rPr lang="es-MX" dirty="0"/>
              <a:t> </a:t>
            </a:r>
            <a:r>
              <a:rPr lang="es-MX" dirty="0" err="1"/>
              <a:t>Pattern</a:t>
            </a:r>
            <a:endParaRPr lang="es-MX" dirty="0"/>
          </a:p>
        </p:txBody>
      </p:sp>
      <p:sp>
        <p:nvSpPr>
          <p:cNvPr id="3" name="Marcador de contenido 2">
            <a:extLst>
              <a:ext uri="{FF2B5EF4-FFF2-40B4-BE49-F238E27FC236}">
                <a16:creationId xmlns:a16="http://schemas.microsoft.com/office/drawing/2014/main" xmlns="" id="{0C0FB56B-3D49-41AF-A5FE-CD4BB748986A}"/>
              </a:ext>
            </a:extLst>
          </p:cNvPr>
          <p:cNvSpPr>
            <a:spLocks noGrp="1"/>
          </p:cNvSpPr>
          <p:nvPr>
            <p:ph idx="1"/>
          </p:nvPr>
        </p:nvSpPr>
        <p:spPr/>
        <p:txBody>
          <a:bodyPr/>
          <a:lstStyle/>
          <a:p>
            <a:r>
              <a:rPr lang="en-US" dirty="0"/>
              <a:t>The Observer pattern describes a publish-subscribe relationship between a single object the publisher, which is also known as the subject or observable, and one or more objects, the subscribers, also known as observers </a:t>
            </a:r>
          </a:p>
          <a:p>
            <a:r>
              <a:rPr lang="en-US" dirty="0"/>
              <a:t>Using MVC as a example, the publisher is the model and the subscribers are the views. </a:t>
            </a:r>
          </a:p>
          <a:p>
            <a:pPr marL="0" indent="0">
              <a:buNone/>
            </a:pPr>
            <a:endParaRPr lang="es-MX" dirty="0"/>
          </a:p>
        </p:txBody>
      </p:sp>
    </p:spTree>
    <p:extLst>
      <p:ext uri="{BB962C8B-B14F-4D97-AF65-F5344CB8AC3E}">
        <p14:creationId xmlns:p14="http://schemas.microsoft.com/office/powerpoint/2010/main" val="95796110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7571</TotalTime>
  <Words>1815</Words>
  <Application>Microsoft Office PowerPoint</Application>
  <PresentationFormat>Widescreen</PresentationFormat>
  <Paragraphs>152</Paragraphs>
  <Slides>40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Garamond</vt:lpstr>
      <vt:lpstr>Organic</vt:lpstr>
      <vt:lpstr>Software Design Patterns </vt:lpstr>
      <vt:lpstr>A brief review about object-oriented programming</vt:lpstr>
      <vt:lpstr>The concept of design patterns </vt:lpstr>
      <vt:lpstr>Classifying patterns</vt:lpstr>
      <vt:lpstr>Creational patterns</vt:lpstr>
      <vt:lpstr>Structural patterns</vt:lpstr>
      <vt:lpstr>Behavioral patterns</vt:lpstr>
      <vt:lpstr>Creational Design Patterns</vt:lpstr>
      <vt:lpstr>Singleton</vt:lpstr>
      <vt:lpstr>Singleton (II)</vt:lpstr>
      <vt:lpstr>Builder Pattern</vt:lpstr>
      <vt:lpstr>Builder Pattern (II)</vt:lpstr>
      <vt:lpstr>Factory Pattern</vt:lpstr>
      <vt:lpstr>Factory Pattern (II)</vt:lpstr>
      <vt:lpstr>Abstract Factory Pattern</vt:lpstr>
      <vt:lpstr>Abstract Factory Pattern (II)</vt:lpstr>
      <vt:lpstr>Prototype Pattern</vt:lpstr>
      <vt:lpstr>Prototype Pattern (II)</vt:lpstr>
      <vt:lpstr>Estructural Design Patterns</vt:lpstr>
      <vt:lpstr>Pattern Adapter</vt:lpstr>
      <vt:lpstr>Pattern Adapter (II)</vt:lpstr>
      <vt:lpstr>Pattern Bridge</vt:lpstr>
      <vt:lpstr>Bridge Pattern (II)</vt:lpstr>
      <vt:lpstr>Composite Pattern</vt:lpstr>
      <vt:lpstr>Composite Pattern (II)</vt:lpstr>
      <vt:lpstr>Pattern Decorator</vt:lpstr>
      <vt:lpstr>Facade pattern</vt:lpstr>
      <vt:lpstr>Facade Pattern (II)</vt:lpstr>
      <vt:lpstr>Flyweigth pattern</vt:lpstr>
      <vt:lpstr>Flyweigth pattern (II)</vt:lpstr>
      <vt:lpstr>Proxy Pattern</vt:lpstr>
      <vt:lpstr>Proxy Pattern (II)</vt:lpstr>
      <vt:lpstr>Behavioral Design Patterns</vt:lpstr>
      <vt:lpstr>Chain of responsability Pattern</vt:lpstr>
      <vt:lpstr>Command Pattern</vt:lpstr>
      <vt:lpstr>Interpreter Pattern</vt:lpstr>
      <vt:lpstr>Iterator Pattern</vt:lpstr>
      <vt:lpstr>Mediator Pattern</vt:lpstr>
      <vt:lpstr>Memento pattern</vt:lpstr>
      <vt:lpstr>Observer Pattern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Design Patterns</dc:title>
  <dc:creator>Juan Miguel Alcala Suarez</dc:creator>
  <cp:lastModifiedBy>Juan Miguel Alcalá</cp:lastModifiedBy>
  <cp:revision>43</cp:revision>
  <dcterms:created xsi:type="dcterms:W3CDTF">2018-02-20T03:40:25Z</dcterms:created>
  <dcterms:modified xsi:type="dcterms:W3CDTF">2018-03-01T18:40:59Z</dcterms:modified>
</cp:coreProperties>
</file>