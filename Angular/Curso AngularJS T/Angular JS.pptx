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81" d="100"/>
          <a:sy n="81" d="100"/>
        </p:scale>
        <p:origin x="-2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Angular JS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8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By</a:t>
            </a:r>
            <a:r>
              <a:rPr lang="es-MX" dirty="0" smtClean="0"/>
              <a:t> Google</a:t>
            </a:r>
          </a:p>
          <a:p>
            <a:r>
              <a:rPr lang="es-MX" dirty="0" smtClean="0"/>
              <a:t>Framework SPA</a:t>
            </a:r>
          </a:p>
          <a:p>
            <a:r>
              <a:rPr lang="es-MX" dirty="0" smtClean="0"/>
              <a:t>MVW (MVC o MVVM)</a:t>
            </a:r>
            <a:endParaRPr lang="en-US" dirty="0"/>
          </a:p>
        </p:txBody>
      </p:sp>
      <p:pic>
        <p:nvPicPr>
          <p:cNvPr id="1026" name="Picture 2" descr="Resultado de imagen para mv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3556094"/>
            <a:ext cx="4341119" cy="271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v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094" y="3829361"/>
            <a:ext cx="3469753" cy="174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21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MVVM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Resultado de imagen para mvv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21" y="1270000"/>
            <a:ext cx="7343775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mvv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33" y="3479801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09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Conceptos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Directivas - funcionalidad en el HTML)</a:t>
            </a:r>
          </a:p>
          <a:p>
            <a:endParaRPr lang="es-MX" dirty="0"/>
          </a:p>
          <a:p>
            <a:r>
              <a:rPr lang="es-MX" dirty="0" smtClean="0"/>
              <a:t>Controladores - Lógica de la </a:t>
            </a:r>
            <a:r>
              <a:rPr lang="es-MX" dirty="0" err="1" smtClean="0"/>
              <a:t>app</a:t>
            </a:r>
            <a:r>
              <a:rPr lang="es-MX" dirty="0" smtClean="0"/>
              <a:t>, objeto $</a:t>
            </a:r>
            <a:r>
              <a:rPr lang="es-MX" dirty="0" err="1" smtClean="0"/>
              <a:t>scope</a:t>
            </a:r>
            <a:r>
              <a:rPr lang="es-MX" dirty="0" smtClean="0"/>
              <a:t>(</a:t>
            </a:r>
            <a:r>
              <a:rPr lang="es-MX" dirty="0" err="1" smtClean="0"/>
              <a:t>representacino</a:t>
            </a:r>
            <a:r>
              <a:rPr lang="es-MX" dirty="0" smtClean="0"/>
              <a:t> VM)</a:t>
            </a:r>
          </a:p>
          <a:p>
            <a:endParaRPr lang="es-MX" dirty="0"/>
          </a:p>
          <a:p>
            <a:r>
              <a:rPr lang="es-MX" dirty="0" err="1" smtClean="0"/>
              <a:t>Factories</a:t>
            </a:r>
            <a:r>
              <a:rPr lang="es-MX" dirty="0" smtClean="0"/>
              <a:t> y </a:t>
            </a:r>
            <a:r>
              <a:rPr lang="es-MX" dirty="0" err="1" smtClean="0"/>
              <a:t>Services</a:t>
            </a:r>
            <a:r>
              <a:rPr lang="es-MX" dirty="0" smtClean="0"/>
              <a:t> – Organiza y comparte código</a:t>
            </a:r>
          </a:p>
          <a:p>
            <a:endParaRPr lang="es-MX" dirty="0"/>
          </a:p>
          <a:p>
            <a:r>
              <a:rPr lang="es-MX" dirty="0" err="1" smtClean="0"/>
              <a:t>Filters</a:t>
            </a:r>
            <a:r>
              <a:rPr lang="es-MX" dirty="0" smtClean="0"/>
              <a:t> – Dan formato a los datos cuando son presentados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9567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51</Words>
  <Application>Microsoft Office PowerPoint</Application>
  <PresentationFormat>Personalizado</PresentationFormat>
  <Paragraphs>13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Facet</vt:lpstr>
      <vt:lpstr>Angular JS</vt:lpstr>
      <vt:lpstr>Presentación de PowerPoint</vt:lpstr>
      <vt:lpstr>MVVM</vt:lpstr>
      <vt:lpstr>Conceptos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JS</dc:title>
  <dc:creator>Ulises Martinez Covarrubias</dc:creator>
  <cp:lastModifiedBy>Ulises</cp:lastModifiedBy>
  <cp:revision>3</cp:revision>
  <dcterms:created xsi:type="dcterms:W3CDTF">2018-02-19T22:29:09Z</dcterms:created>
  <dcterms:modified xsi:type="dcterms:W3CDTF">2018-02-24T18:10:59Z</dcterms:modified>
</cp:coreProperties>
</file>